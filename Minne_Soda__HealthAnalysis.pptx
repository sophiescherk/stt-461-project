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theme/theme3.xml" ContentType="application/vnd.openxmlformats-officedocument.theme+xml"/>
  <Override PartName="/ppt/ink/ink1.xml" ContentType="application/inkml+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60" r:id="rId5"/>
    <p:sldMasterId id="2147483669" r:id="rId6"/>
  </p:sldMasterIdLst>
  <p:sldIdLst>
    <p:sldId id="256" r:id="rId7"/>
    <p:sldId id="271" r:id="rId8"/>
    <p:sldId id="257" r:id="rId9"/>
    <p:sldId id="266" r:id="rId10"/>
    <p:sldId id="275" r:id="rId11"/>
    <p:sldId id="259" r:id="rId12"/>
    <p:sldId id="263" r:id="rId13"/>
    <p:sldId id="276" r:id="rId14"/>
    <p:sldId id="268" r:id="rId15"/>
    <p:sldId id="272" r:id="rId16"/>
    <p:sldId id="273" r:id="rId17"/>
    <p:sldId id="258" r:id="rId18"/>
    <p:sldId id="274" r:id="rId19"/>
    <p:sldId id="267" r:id="rId20"/>
    <p:sldId id="269" r:id="rId21"/>
    <p:sldId id="260" r:id="rId22"/>
    <p:sldId id="270" r:id="rId23"/>
    <p:sldId id="262" r:id="rId24"/>
    <p:sldId id="264" r:id="rId25"/>
    <p:sldId id="261" r:id="rId26"/>
    <p:sldId id="265" r:id="rId27"/>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432"/>
    <a:srgbClr val="0C463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44EFFE-86EB-48E2-BBC9-1F59BDF9751D}" v="16" dt="2026-04-21T19:44:26.9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6327"/>
  </p:normalViewPr>
  <p:slideViewPr>
    <p:cSldViewPr snapToGrid="0" snapToObjects="1">
      <p:cViewPr varScale="1">
        <p:scale>
          <a:sx n="99" d="100"/>
          <a:sy n="99" d="100"/>
        </p:scale>
        <p:origin x="96" y="3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theme" Target="theme/theme1.xml"/><Relationship Id="rId8"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ousidaki, Andriana" userId="192e3c24-b58b-43ea-82e3-398ef70a3fe7" providerId="ADAL" clId="{20D53DDF-CAE3-45FD-8363-DDA96B621739}"/>
    <pc:docChg chg="custSel addSld delSld modSld sldOrd">
      <pc:chgData name="Manousidaki, Andriana" userId="192e3c24-b58b-43ea-82e3-398ef70a3fe7" providerId="ADAL" clId="{20D53DDF-CAE3-45FD-8363-DDA96B621739}" dt="2026-04-21T19:51:40.496" v="128" actId="14100"/>
      <pc:docMkLst>
        <pc:docMk/>
      </pc:docMkLst>
      <pc:sldChg chg="addSp modSp mod modAnim">
        <pc:chgData name="Manousidaki, Andriana" userId="192e3c24-b58b-43ea-82e3-398ef70a3fe7" providerId="ADAL" clId="{20D53DDF-CAE3-45FD-8363-DDA96B621739}" dt="2026-04-21T19:32:51.110" v="16"/>
        <pc:sldMkLst>
          <pc:docMk/>
          <pc:sldMk cId="3715408155" sldId="257"/>
        </pc:sldMkLst>
        <pc:spChg chg="mod">
          <ac:chgData name="Manousidaki, Andriana" userId="192e3c24-b58b-43ea-82e3-398ef70a3fe7" providerId="ADAL" clId="{20D53DDF-CAE3-45FD-8363-DDA96B621739}" dt="2026-04-21T19:23:47.852" v="0" actId="20577"/>
          <ac:spMkLst>
            <pc:docMk/>
            <pc:sldMk cId="3715408155" sldId="257"/>
            <ac:spMk id="7" creationId="{1F26E53C-3739-544F-B78C-F914DB7FD23D}"/>
          </ac:spMkLst>
        </pc:spChg>
        <pc:inkChg chg="add">
          <ac:chgData name="Manousidaki, Andriana" userId="192e3c24-b58b-43ea-82e3-398ef70a3fe7" providerId="ADAL" clId="{20D53DDF-CAE3-45FD-8363-DDA96B621739}" dt="2026-04-21T19:32:34.967" v="10" actId="9405"/>
          <ac:inkMkLst>
            <pc:docMk/>
            <pc:sldMk cId="3715408155" sldId="257"/>
            <ac:inkMk id="4" creationId="{EAF6E57D-4D5E-198B-E8F1-C8E229A9DA0A}"/>
          </ac:inkMkLst>
        </pc:inkChg>
      </pc:sldChg>
      <pc:sldChg chg="ord">
        <pc:chgData name="Manousidaki, Andriana" userId="192e3c24-b58b-43ea-82e3-398ef70a3fe7" providerId="ADAL" clId="{20D53DDF-CAE3-45FD-8363-DDA96B621739}" dt="2026-04-21T19:45:32.505" v="96"/>
        <pc:sldMkLst>
          <pc:docMk/>
          <pc:sldMk cId="3894517704" sldId="258"/>
        </pc:sldMkLst>
      </pc:sldChg>
      <pc:sldChg chg="delSp modSp mod ord">
        <pc:chgData name="Manousidaki, Andriana" userId="192e3c24-b58b-43ea-82e3-398ef70a3fe7" providerId="ADAL" clId="{20D53DDF-CAE3-45FD-8363-DDA96B621739}" dt="2026-04-21T19:48:37.549" v="122" actId="478"/>
        <pc:sldMkLst>
          <pc:docMk/>
          <pc:sldMk cId="3693585472" sldId="259"/>
        </pc:sldMkLst>
        <pc:spChg chg="del">
          <ac:chgData name="Manousidaki, Andriana" userId="192e3c24-b58b-43ea-82e3-398ef70a3fe7" providerId="ADAL" clId="{20D53DDF-CAE3-45FD-8363-DDA96B621739}" dt="2026-04-21T19:48:37.549" v="122" actId="478"/>
          <ac:spMkLst>
            <pc:docMk/>
            <pc:sldMk cId="3693585472" sldId="259"/>
            <ac:spMk id="13" creationId="{3FC9CF7D-895F-8A1C-1A07-0FEB060893D0}"/>
          </ac:spMkLst>
        </pc:spChg>
        <pc:spChg chg="mod">
          <ac:chgData name="Manousidaki, Andriana" userId="192e3c24-b58b-43ea-82e3-398ef70a3fe7" providerId="ADAL" clId="{20D53DDF-CAE3-45FD-8363-DDA96B621739}" dt="2026-04-21T19:48:30.325" v="120" actId="20577"/>
          <ac:spMkLst>
            <pc:docMk/>
            <pc:sldMk cId="3693585472" sldId="259"/>
            <ac:spMk id="14" creationId="{82620867-AF54-F2AC-15A2-1E5E26D11325}"/>
          </ac:spMkLst>
        </pc:spChg>
        <pc:picChg chg="del mod">
          <ac:chgData name="Manousidaki, Andriana" userId="192e3c24-b58b-43ea-82e3-398ef70a3fe7" providerId="ADAL" clId="{20D53DDF-CAE3-45FD-8363-DDA96B621739}" dt="2026-04-21T19:48:32.216" v="121" actId="478"/>
          <ac:picMkLst>
            <pc:docMk/>
            <pc:sldMk cId="3693585472" sldId="259"/>
            <ac:picMk id="12" creationId="{58316C71-182C-1B46-4DB0-29BDB4D1DD99}"/>
          </ac:picMkLst>
        </pc:picChg>
      </pc:sldChg>
      <pc:sldChg chg="mod modShow">
        <pc:chgData name="Manousidaki, Andriana" userId="192e3c24-b58b-43ea-82e3-398ef70a3fe7" providerId="ADAL" clId="{20D53DDF-CAE3-45FD-8363-DDA96B621739}" dt="2026-04-21T19:43:05.273" v="22" actId="729"/>
        <pc:sldMkLst>
          <pc:docMk/>
          <pc:sldMk cId="3455119249" sldId="260"/>
        </pc:sldMkLst>
      </pc:sldChg>
      <pc:sldChg chg="ord">
        <pc:chgData name="Manousidaki, Andriana" userId="192e3c24-b58b-43ea-82e3-398ef70a3fe7" providerId="ADAL" clId="{20D53DDF-CAE3-45FD-8363-DDA96B621739}" dt="2026-04-21T19:40:59.458" v="18"/>
        <pc:sldMkLst>
          <pc:docMk/>
          <pc:sldMk cId="640945712" sldId="261"/>
        </pc:sldMkLst>
      </pc:sldChg>
      <pc:sldChg chg="ord">
        <pc:chgData name="Manousidaki, Andriana" userId="192e3c24-b58b-43ea-82e3-398ef70a3fe7" providerId="ADAL" clId="{20D53DDF-CAE3-45FD-8363-DDA96B621739}" dt="2026-04-21T19:46:35.804" v="112"/>
        <pc:sldMkLst>
          <pc:docMk/>
          <pc:sldMk cId="663689612" sldId="263"/>
        </pc:sldMkLst>
      </pc:sldChg>
      <pc:sldChg chg="ord">
        <pc:chgData name="Manousidaki, Andriana" userId="192e3c24-b58b-43ea-82e3-398ef70a3fe7" providerId="ADAL" clId="{20D53DDF-CAE3-45FD-8363-DDA96B621739}" dt="2026-04-21T19:46:21.740" v="104"/>
        <pc:sldMkLst>
          <pc:docMk/>
          <pc:sldMk cId="3394122395" sldId="267"/>
        </pc:sldMkLst>
      </pc:sldChg>
      <pc:sldChg chg="delSp mod">
        <pc:chgData name="Manousidaki, Andriana" userId="192e3c24-b58b-43ea-82e3-398ef70a3fe7" providerId="ADAL" clId="{20D53DDF-CAE3-45FD-8363-DDA96B621739}" dt="2026-04-21T19:42:46.090" v="20" actId="478"/>
        <pc:sldMkLst>
          <pc:docMk/>
          <pc:sldMk cId="2564355970" sldId="268"/>
        </pc:sldMkLst>
        <pc:picChg chg="del">
          <ac:chgData name="Manousidaki, Andriana" userId="192e3c24-b58b-43ea-82e3-398ef70a3fe7" providerId="ADAL" clId="{20D53DDF-CAE3-45FD-8363-DDA96B621739}" dt="2026-04-21T19:42:46.090" v="20" actId="478"/>
          <ac:picMkLst>
            <pc:docMk/>
            <pc:sldMk cId="2564355970" sldId="268"/>
            <ac:picMk id="15" creationId="{FA3DC63C-4F2A-63C1-33E7-FDD3774EC193}"/>
          </ac:picMkLst>
        </pc:picChg>
      </pc:sldChg>
      <pc:sldChg chg="mod modShow">
        <pc:chgData name="Manousidaki, Andriana" userId="192e3c24-b58b-43ea-82e3-398ef70a3fe7" providerId="ADAL" clId="{20D53DDF-CAE3-45FD-8363-DDA96B621739}" dt="2026-04-21T19:43:05.273" v="22" actId="729"/>
        <pc:sldMkLst>
          <pc:docMk/>
          <pc:sldMk cId="3163846561" sldId="269"/>
        </pc:sldMkLst>
      </pc:sldChg>
      <pc:sldChg chg="mod modShow">
        <pc:chgData name="Manousidaki, Andriana" userId="192e3c24-b58b-43ea-82e3-398ef70a3fe7" providerId="ADAL" clId="{20D53DDF-CAE3-45FD-8363-DDA96B621739}" dt="2026-04-21T19:43:05.273" v="22" actId="729"/>
        <pc:sldMkLst>
          <pc:docMk/>
          <pc:sldMk cId="265370594" sldId="270"/>
        </pc:sldMkLst>
      </pc:sldChg>
      <pc:sldChg chg="new ord">
        <pc:chgData name="Manousidaki, Andriana" userId="192e3c24-b58b-43ea-82e3-398ef70a3fe7" providerId="ADAL" clId="{20D53DDF-CAE3-45FD-8363-DDA96B621739}" dt="2026-04-21T19:31:41.028" v="9"/>
        <pc:sldMkLst>
          <pc:docMk/>
          <pc:sldMk cId="2124635923" sldId="271"/>
        </pc:sldMkLst>
      </pc:sldChg>
      <pc:sldChg chg="delSp add mod">
        <pc:chgData name="Manousidaki, Andriana" userId="192e3c24-b58b-43ea-82e3-398ef70a3fe7" providerId="ADAL" clId="{20D53DDF-CAE3-45FD-8363-DDA96B621739}" dt="2026-04-21T19:42:49.497" v="21" actId="478"/>
        <pc:sldMkLst>
          <pc:docMk/>
          <pc:sldMk cId="233919393" sldId="272"/>
        </pc:sldMkLst>
        <pc:picChg chg="del">
          <ac:chgData name="Manousidaki, Andriana" userId="192e3c24-b58b-43ea-82e3-398ef70a3fe7" providerId="ADAL" clId="{20D53DDF-CAE3-45FD-8363-DDA96B621739}" dt="2026-04-21T19:42:49.497" v="21" actId="478"/>
          <ac:picMkLst>
            <pc:docMk/>
            <pc:sldMk cId="233919393" sldId="272"/>
            <ac:picMk id="5" creationId="{E7E150F9-618B-41F7-8476-0284C4E46248}"/>
          </ac:picMkLst>
        </pc:picChg>
      </pc:sldChg>
      <pc:sldChg chg="modSp new mod">
        <pc:chgData name="Manousidaki, Andriana" userId="192e3c24-b58b-43ea-82e3-398ef70a3fe7" providerId="ADAL" clId="{20D53DDF-CAE3-45FD-8363-DDA96B621739}" dt="2026-04-21T19:45:16.331" v="94" actId="20577"/>
        <pc:sldMkLst>
          <pc:docMk/>
          <pc:sldMk cId="1146956313" sldId="273"/>
        </pc:sldMkLst>
        <pc:spChg chg="mod">
          <ac:chgData name="Manousidaki, Andriana" userId="192e3c24-b58b-43ea-82e3-398ef70a3fe7" providerId="ADAL" clId="{20D53DDF-CAE3-45FD-8363-DDA96B621739}" dt="2026-04-21T19:45:16.331" v="94" actId="20577"/>
          <ac:spMkLst>
            <pc:docMk/>
            <pc:sldMk cId="1146956313" sldId="273"/>
            <ac:spMk id="3" creationId="{33517991-2E44-9D22-122D-036C23BA8426}"/>
          </ac:spMkLst>
        </pc:spChg>
      </pc:sldChg>
      <pc:sldChg chg="addSp delSp modSp new mod">
        <pc:chgData name="Manousidaki, Andriana" userId="192e3c24-b58b-43ea-82e3-398ef70a3fe7" providerId="ADAL" clId="{20D53DDF-CAE3-45FD-8363-DDA96B621739}" dt="2026-04-21T19:46:04.429" v="102" actId="1076"/>
        <pc:sldMkLst>
          <pc:docMk/>
          <pc:sldMk cId="982301987" sldId="274"/>
        </pc:sldMkLst>
        <pc:spChg chg="del">
          <ac:chgData name="Manousidaki, Andriana" userId="192e3c24-b58b-43ea-82e3-398ef70a3fe7" providerId="ADAL" clId="{20D53DDF-CAE3-45FD-8363-DDA96B621739}" dt="2026-04-21T19:45:47.811" v="97" actId="22"/>
          <ac:spMkLst>
            <pc:docMk/>
            <pc:sldMk cId="982301987" sldId="274"/>
            <ac:spMk id="3" creationId="{909B59CA-1AF8-7E3E-FBD0-7F3B0EC39156}"/>
          </ac:spMkLst>
        </pc:spChg>
        <pc:picChg chg="add mod ord modCrop">
          <ac:chgData name="Manousidaki, Andriana" userId="192e3c24-b58b-43ea-82e3-398ef70a3fe7" providerId="ADAL" clId="{20D53DDF-CAE3-45FD-8363-DDA96B621739}" dt="2026-04-21T19:46:04.429" v="102" actId="1076"/>
          <ac:picMkLst>
            <pc:docMk/>
            <pc:sldMk cId="982301987" sldId="274"/>
            <ac:picMk id="6" creationId="{4AE66C1B-5BE4-97BD-C7F5-C09BD118B085}"/>
          </ac:picMkLst>
        </pc:picChg>
      </pc:sldChg>
      <pc:sldChg chg="add del">
        <pc:chgData name="Manousidaki, Andriana" userId="192e3c24-b58b-43ea-82e3-398ef70a3fe7" providerId="ADAL" clId="{20D53DDF-CAE3-45FD-8363-DDA96B621739}" dt="2026-04-21T19:44:26.899" v="84"/>
        <pc:sldMkLst>
          <pc:docMk/>
          <pc:sldMk cId="546018383" sldId="275"/>
        </pc:sldMkLst>
      </pc:sldChg>
      <pc:sldChg chg="addSp delSp modSp new mod">
        <pc:chgData name="Manousidaki, Andriana" userId="192e3c24-b58b-43ea-82e3-398ef70a3fe7" providerId="ADAL" clId="{20D53DDF-CAE3-45FD-8363-DDA96B621739}" dt="2026-04-21T19:47:23.769" v="115" actId="20577"/>
        <pc:sldMkLst>
          <pc:docMk/>
          <pc:sldMk cId="2462771424" sldId="275"/>
        </pc:sldMkLst>
        <pc:spChg chg="del">
          <ac:chgData name="Manousidaki, Andriana" userId="192e3c24-b58b-43ea-82e3-398ef70a3fe7" providerId="ADAL" clId="{20D53DDF-CAE3-45FD-8363-DDA96B621739}" dt="2026-04-21T19:47:18.466" v="114" actId="22"/>
          <ac:spMkLst>
            <pc:docMk/>
            <pc:sldMk cId="2462771424" sldId="275"/>
            <ac:spMk id="3" creationId="{4FB2F5F7-2057-823D-4F10-DC82732241B3}"/>
          </ac:spMkLst>
        </pc:spChg>
        <pc:spChg chg="mod">
          <ac:chgData name="Manousidaki, Andriana" userId="192e3c24-b58b-43ea-82e3-398ef70a3fe7" providerId="ADAL" clId="{20D53DDF-CAE3-45FD-8363-DDA96B621739}" dt="2026-04-21T19:47:23.769" v="115" actId="20577"/>
          <ac:spMkLst>
            <pc:docMk/>
            <pc:sldMk cId="2462771424" sldId="275"/>
            <ac:spMk id="4" creationId="{CEF2434B-AA5F-C949-C873-A120DB281C64}"/>
          </ac:spMkLst>
        </pc:spChg>
        <pc:picChg chg="add mod ord">
          <ac:chgData name="Manousidaki, Andriana" userId="192e3c24-b58b-43ea-82e3-398ef70a3fe7" providerId="ADAL" clId="{20D53DDF-CAE3-45FD-8363-DDA96B621739}" dt="2026-04-21T19:47:18.466" v="114" actId="22"/>
          <ac:picMkLst>
            <pc:docMk/>
            <pc:sldMk cId="2462771424" sldId="275"/>
            <ac:picMk id="6" creationId="{431B04B1-DDAB-3068-7168-7E8927B6A422}"/>
          </ac:picMkLst>
        </pc:picChg>
      </pc:sldChg>
      <pc:sldChg chg="addSp delSp modSp new mod">
        <pc:chgData name="Manousidaki, Andriana" userId="192e3c24-b58b-43ea-82e3-398ef70a3fe7" providerId="ADAL" clId="{20D53DDF-CAE3-45FD-8363-DDA96B621739}" dt="2026-04-21T19:51:40.496" v="128" actId="14100"/>
        <pc:sldMkLst>
          <pc:docMk/>
          <pc:sldMk cId="1811753905" sldId="276"/>
        </pc:sldMkLst>
        <pc:spChg chg="del">
          <ac:chgData name="Manousidaki, Andriana" userId="192e3c24-b58b-43ea-82e3-398ef70a3fe7" providerId="ADAL" clId="{20D53DDF-CAE3-45FD-8363-DDA96B621739}" dt="2026-04-21T19:51:24.062" v="124" actId="22"/>
          <ac:spMkLst>
            <pc:docMk/>
            <pc:sldMk cId="1811753905" sldId="276"/>
            <ac:spMk id="3" creationId="{2F2AB97E-9B6E-10A2-A470-6015222B3443}"/>
          </ac:spMkLst>
        </pc:spChg>
        <pc:picChg chg="add mod ord modCrop">
          <ac:chgData name="Manousidaki, Andriana" userId="192e3c24-b58b-43ea-82e3-398ef70a3fe7" providerId="ADAL" clId="{20D53DDF-CAE3-45FD-8363-DDA96B621739}" dt="2026-04-21T19:51:40.496" v="128" actId="14100"/>
          <ac:picMkLst>
            <pc:docMk/>
            <pc:sldMk cId="1811753905" sldId="276"/>
            <ac:picMk id="6" creationId="{06DF0634-1D4C-1CF7-B23E-5FA0550EB286}"/>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HEI Breakdown</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27170072846281879"/>
          <c:y val="0.10086336731893658"/>
          <c:w val="0.68239762034274443"/>
          <c:h val="0.61759432716570328"/>
        </c:manualLayout>
      </c:layout>
      <c:barChart>
        <c:barDir val="col"/>
        <c:grouping val="percentStacked"/>
        <c:varyColors val="0"/>
        <c:ser>
          <c:idx val="0"/>
          <c:order val="0"/>
          <c:tx>
            <c:strRef>
              <c:f>Sheet1!$B$1</c:f>
              <c:strCache>
                <c:ptCount val="1"/>
                <c:pt idx="0">
                  <c:v>Poor Quality</c:v>
                </c:pt>
              </c:strCache>
            </c:strRef>
          </c:tx>
          <c:spPr>
            <a:solidFill>
              <a:srgbClr val="C00000"/>
            </a:solidFill>
            <a:ln>
              <a:noFill/>
            </a:ln>
            <a:effectLst/>
          </c:spPr>
          <c:invertIfNegative val="0"/>
          <c:cat>
            <c:strRef>
              <c:f>Sheet1!$A$2:$A$5</c:f>
              <c:strCache>
                <c:ptCount val="1"/>
                <c:pt idx="0">
                  <c:v>HEI Score</c:v>
                </c:pt>
              </c:strCache>
            </c:strRef>
          </c:cat>
          <c:val>
            <c:numRef>
              <c:f>Sheet1!$B$2:$B$5</c:f>
              <c:numCache>
                <c:formatCode>General</c:formatCode>
                <c:ptCount val="1"/>
                <c:pt idx="0">
                  <c:v>59</c:v>
                </c:pt>
              </c:numCache>
            </c:numRef>
          </c:val>
          <c:extLst>
            <c:ext xmlns:c16="http://schemas.microsoft.com/office/drawing/2014/chart" uri="{C3380CC4-5D6E-409C-BE32-E72D297353CC}">
              <c16:uniqueId val="{00000000-B9C2-4629-8CE3-A71C753DCA89}"/>
            </c:ext>
          </c:extLst>
        </c:ser>
        <c:ser>
          <c:idx val="1"/>
          <c:order val="1"/>
          <c:tx>
            <c:strRef>
              <c:f>Sheet1!$C$1</c:f>
              <c:strCache>
                <c:ptCount val="1"/>
                <c:pt idx="0">
                  <c:v>Needs Improvement</c:v>
                </c:pt>
              </c:strCache>
            </c:strRef>
          </c:tx>
          <c:spPr>
            <a:solidFill>
              <a:schemeClr val="accent2"/>
            </a:solidFill>
            <a:ln>
              <a:noFill/>
            </a:ln>
            <a:effectLst/>
          </c:spPr>
          <c:invertIfNegative val="0"/>
          <c:cat>
            <c:strRef>
              <c:f>Sheet1!$A$2:$A$5</c:f>
              <c:strCache>
                <c:ptCount val="1"/>
                <c:pt idx="0">
                  <c:v>HEI Score</c:v>
                </c:pt>
              </c:strCache>
            </c:strRef>
          </c:cat>
          <c:val>
            <c:numRef>
              <c:f>Sheet1!$C$2:$C$5</c:f>
              <c:numCache>
                <c:formatCode>General</c:formatCode>
                <c:ptCount val="1"/>
                <c:pt idx="0">
                  <c:v>10</c:v>
                </c:pt>
              </c:numCache>
            </c:numRef>
          </c:val>
          <c:extLst>
            <c:ext xmlns:c16="http://schemas.microsoft.com/office/drawing/2014/chart" uri="{C3380CC4-5D6E-409C-BE32-E72D297353CC}">
              <c16:uniqueId val="{00000001-B9C2-4629-8CE3-A71C753DCA89}"/>
            </c:ext>
          </c:extLst>
        </c:ser>
        <c:ser>
          <c:idx val="2"/>
          <c:order val="2"/>
          <c:tx>
            <c:strRef>
              <c:f>Sheet1!$D$1</c:f>
              <c:strCache>
                <c:ptCount val="1"/>
                <c:pt idx="0">
                  <c:v>Average</c:v>
                </c:pt>
              </c:strCache>
            </c:strRef>
          </c:tx>
          <c:spPr>
            <a:solidFill>
              <a:schemeClr val="accent4">
                <a:lumMod val="60000"/>
                <a:lumOff val="40000"/>
              </a:schemeClr>
            </a:solidFill>
            <a:ln>
              <a:noFill/>
            </a:ln>
            <a:effectLst/>
          </c:spPr>
          <c:invertIfNegative val="0"/>
          <c:cat>
            <c:strRef>
              <c:f>Sheet1!$A$2:$A$5</c:f>
              <c:strCache>
                <c:ptCount val="1"/>
                <c:pt idx="0">
                  <c:v>HEI Score</c:v>
                </c:pt>
              </c:strCache>
            </c:strRef>
          </c:cat>
          <c:val>
            <c:numRef>
              <c:f>Sheet1!$D$2:$D$5</c:f>
              <c:numCache>
                <c:formatCode>General</c:formatCode>
                <c:ptCount val="1"/>
                <c:pt idx="0">
                  <c:v>10</c:v>
                </c:pt>
              </c:numCache>
            </c:numRef>
          </c:val>
          <c:extLst>
            <c:ext xmlns:c16="http://schemas.microsoft.com/office/drawing/2014/chart" uri="{C3380CC4-5D6E-409C-BE32-E72D297353CC}">
              <c16:uniqueId val="{00000002-B9C2-4629-8CE3-A71C753DCA89}"/>
            </c:ext>
          </c:extLst>
        </c:ser>
        <c:ser>
          <c:idx val="3"/>
          <c:order val="3"/>
          <c:tx>
            <c:strRef>
              <c:f>Sheet1!$E$1</c:f>
              <c:strCache>
                <c:ptCount val="1"/>
                <c:pt idx="0">
                  <c:v>Good Quality</c:v>
                </c:pt>
              </c:strCache>
            </c:strRef>
          </c:tx>
          <c:spPr>
            <a:solidFill>
              <a:schemeClr val="accent6">
                <a:lumMod val="40000"/>
                <a:lumOff val="60000"/>
              </a:schemeClr>
            </a:solidFill>
            <a:ln>
              <a:noFill/>
            </a:ln>
            <a:effectLst/>
          </c:spPr>
          <c:invertIfNegative val="0"/>
          <c:cat>
            <c:strRef>
              <c:f>Sheet1!$A$2:$A$5</c:f>
              <c:strCache>
                <c:ptCount val="1"/>
                <c:pt idx="0">
                  <c:v>HEI Score</c:v>
                </c:pt>
              </c:strCache>
            </c:strRef>
          </c:cat>
          <c:val>
            <c:numRef>
              <c:f>Sheet1!$E$2:$E$5</c:f>
              <c:numCache>
                <c:formatCode>General</c:formatCode>
                <c:ptCount val="1"/>
                <c:pt idx="0">
                  <c:v>10</c:v>
                </c:pt>
              </c:numCache>
            </c:numRef>
          </c:val>
          <c:extLst>
            <c:ext xmlns:c16="http://schemas.microsoft.com/office/drawing/2014/chart" uri="{C3380CC4-5D6E-409C-BE32-E72D297353CC}">
              <c16:uniqueId val="{00000003-B9C2-4629-8CE3-A71C753DCA89}"/>
            </c:ext>
          </c:extLst>
        </c:ser>
        <c:ser>
          <c:idx val="4"/>
          <c:order val="4"/>
          <c:tx>
            <c:strRef>
              <c:f>Sheet1!$F$1</c:f>
              <c:strCache>
                <c:ptCount val="1"/>
                <c:pt idx="0">
                  <c:v>High Quality</c:v>
                </c:pt>
              </c:strCache>
            </c:strRef>
          </c:tx>
          <c:spPr>
            <a:solidFill>
              <a:schemeClr val="accent6">
                <a:lumMod val="75000"/>
              </a:schemeClr>
            </a:solidFill>
            <a:ln>
              <a:noFill/>
            </a:ln>
            <a:effectLst/>
          </c:spPr>
          <c:invertIfNegative val="0"/>
          <c:cat>
            <c:strRef>
              <c:f>Sheet1!$A$2:$A$5</c:f>
              <c:strCache>
                <c:ptCount val="1"/>
                <c:pt idx="0">
                  <c:v>HEI Score</c:v>
                </c:pt>
              </c:strCache>
            </c:strRef>
          </c:cat>
          <c:val>
            <c:numRef>
              <c:f>Sheet1!$F$2:$F$5</c:f>
              <c:numCache>
                <c:formatCode>General</c:formatCode>
                <c:ptCount val="1"/>
                <c:pt idx="0">
                  <c:v>11</c:v>
                </c:pt>
              </c:numCache>
            </c:numRef>
          </c:val>
          <c:extLst>
            <c:ext xmlns:c16="http://schemas.microsoft.com/office/drawing/2014/chart" uri="{C3380CC4-5D6E-409C-BE32-E72D297353CC}">
              <c16:uniqueId val="{00000004-B9C2-4629-8CE3-A71C753DCA89}"/>
            </c:ext>
          </c:extLst>
        </c:ser>
        <c:dLbls>
          <c:showLegendKey val="0"/>
          <c:showVal val="0"/>
          <c:showCatName val="0"/>
          <c:showSerName val="0"/>
          <c:showPercent val="0"/>
          <c:showBubbleSize val="0"/>
        </c:dLbls>
        <c:gapWidth val="150"/>
        <c:overlap val="100"/>
        <c:axId val="1693674048"/>
        <c:axId val="1693673088"/>
      </c:barChart>
      <c:catAx>
        <c:axId val="16936740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93673088"/>
        <c:crossesAt val="10"/>
        <c:auto val="1"/>
        <c:lblAlgn val="ctr"/>
        <c:lblOffset val="100"/>
        <c:noMultiLvlLbl val="0"/>
      </c:catAx>
      <c:valAx>
        <c:axId val="1693673088"/>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936740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1T19:32:34.948"/>
    </inkml:context>
    <inkml:brush xml:id="br0">
      <inkml:brushProperty name="width" value="0.1" units="cm"/>
      <inkml:brushProperty name="height" value="0.1" units="cm"/>
    </inkml:brush>
  </inkml:definitions>
  <inkml:trace contextRef="#ctx0" brushRef="#br0">535 1 24575,'-459'0'0,"456"0"0,0 0 0,0 0 0,0 1 0,0-1 0,0 1 0,0 0 0,0 0 0,0 0 0,0 0 0,0 0 0,1 1 0,-1-1 0,0 1 0,1 0 0,0 0 0,-1 0 0,1 0 0,0 0 0,0 0 0,0 1 0,0-1 0,0 1 0,1-1 0,-1 1 0,1 0 0,0-1 0,0 1 0,0 0 0,0 0 0,0 0 0,0 0 0,0 5 0,-1 12 0,0 0 0,1 1 0,1-1 0,3 21 0,-1-7 0,40 425 0,-30-348 0,16 87 0,-18-134 0,-2 1 0,-4 0 0,-6 116 0,-1-50 0,21 208 0,-16-294 0,-3-35 0,1 1 0,1 0 0,0-1 0,0 1 0,1-1 0,3 12 0,-4-20 0,1 0 0,-1 0 0,0 0 0,1-1 0,-1 1 0,1 0 0,-1-1 0,1 1 0,0-1 0,0 1 0,0-1 0,0 0 0,0 0 0,0 0 0,0 0 0,0 0 0,0 0 0,0 0 0,1-1 0,-1 1 0,4-1 0,55 2 0,-45-3 0,224-2 0,422 2 0,-321 30 0,-234-7 0,-74-14 0,-1-2 0,2-1 0,35 2 0,-68-7 0,0 0 0,0 0 0,0 0 0,0 0 0,0 0 0,0 0 0,0-1 0,0 1 0,0 0 0,0 0 0,0-1 0,0 1 0,0-1 0,0 1 0,0-1 0,0 1 0,0-1 0,0 0 0,0 1 0,0-1 0,-1 0 0,1 0 0,0 1 0,0-1 0,-1 0 0,1 0 0,0-2 0,0 1 0,-1-1 0,1 1 0,-1-1 0,0 1 0,0-1 0,0 1 0,0-1 0,0 1 0,-1-1 0,1 1 0,-2-5 0,-3-8 0,-1 1 0,0 0 0,-10-15 0,14 24 0,-40-68 0,6 12 0,2-2 0,4-1 0,-38-112 0,49 89 0,5-1 0,-6-112 0,19 181 0,-1-10 0,-2-1 0,2 1 0,2-1 0,5-55 0,-4 78 0,1-1 0,0 1 0,0-1 0,0 1 0,1 0 0,0 0 0,0 0 0,1 0 0,0 1 0,0-1 0,0 1 0,1 0 0,0 0 0,0 1 0,1 0 0,-1-1 0,1 2 0,1-1 0,-1 1 0,8-4 0,155-89 0,-146 81 0,-1-1 0,-1-1 0,0-1 0,36-42 0,-6-2 0,-3-2 0,-2-2 0,72-145 0,-114 204 0,0-1 0,-1 0 0,0-1 0,-1 1 0,2-16 0,-3 23 0,-1 0 0,0 0 0,0 1 0,0-1 0,0 0 0,-1 0 0,1 0 0,0 1 0,-1-1 0,0 0 0,1 0 0,-1 1 0,0-1 0,0 0 0,0 1 0,0-1 0,0 1 0,0-1 0,0 1 0,0 0 0,0-1 0,-1 1 0,1 0 0,-1 0 0,1 0 0,-1 0 0,1 0 0,-1 0 0,0 0 0,1 1 0,-1-1 0,0 1 0,0-1 0,1 1 0,-1-1 0,-3 1 0,-32-3 0,0 2 0,-63 5 0,9 0 0,-222 23 0,123-5 0,141-18 0,-307 15 0,-320-20-1365,653 1-5461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hyperlink" Target="https://unsplash.com/" TargetMode="External"/><Relationship Id="rId3" Type="http://schemas.openxmlformats.org/officeDocument/2006/relationships/hyperlink" Target="http://www.freeimages.com/" TargetMode="External"/><Relationship Id="rId7" Type="http://schemas.openxmlformats.org/officeDocument/2006/relationships/hyperlink" Target="https://stocksnap.io/" TargetMode="External"/><Relationship Id="rId2" Type="http://schemas.openxmlformats.org/officeDocument/2006/relationships/hyperlink" Target="https://www.flickr.com/photos/30579354@N07/" TargetMode="External"/><Relationship Id="rId1" Type="http://schemas.openxmlformats.org/officeDocument/2006/relationships/slideMaster" Target="../slideMasters/slideMaster2.xml"/><Relationship Id="rId6" Type="http://schemas.openxmlformats.org/officeDocument/2006/relationships/hyperlink" Target="https://pixabay.com/" TargetMode="External"/><Relationship Id="rId5" Type="http://schemas.openxmlformats.org/officeDocument/2006/relationships/hyperlink" Target="https://www.pexels.com/" TargetMode="External"/><Relationship Id="rId4" Type="http://schemas.openxmlformats.org/officeDocument/2006/relationships/hyperlink" Target="http://www.morguefile.com/" TargetMode="Externa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86236-7EC6-8240-A796-D3CB2F82E120}"/>
              </a:ext>
            </a:extLst>
          </p:cNvPr>
          <p:cNvSpPr>
            <a:spLocks noGrp="1"/>
          </p:cNvSpPr>
          <p:nvPr>
            <p:ph type="ctrTitle" hasCustomPrompt="1"/>
          </p:nvPr>
        </p:nvSpPr>
        <p:spPr>
          <a:xfrm>
            <a:off x="1524000" y="1122363"/>
            <a:ext cx="9144000" cy="2387600"/>
          </a:xfrm>
        </p:spPr>
        <p:txBody>
          <a:bodyPr anchor="b">
            <a:normAutofit/>
          </a:bodyPr>
          <a:lstStyle>
            <a:lvl1pPr algn="ctr">
              <a:defRPr sz="4800"/>
            </a:lvl1pPr>
          </a:lstStyle>
          <a:p>
            <a:r>
              <a:rPr lang="en-US" dirty="0"/>
              <a:t>CLICK TO EDIT </a:t>
            </a:r>
            <a:br>
              <a:rPr lang="en-US" dirty="0"/>
            </a:br>
            <a:r>
              <a:rPr lang="en-US" dirty="0"/>
              <a:t>MASTER TITLE STYLE</a:t>
            </a:r>
          </a:p>
        </p:txBody>
      </p:sp>
      <p:sp>
        <p:nvSpPr>
          <p:cNvPr id="3" name="Subtitle 2">
            <a:extLst>
              <a:ext uri="{FF2B5EF4-FFF2-40B4-BE49-F238E27FC236}">
                <a16:creationId xmlns:a16="http://schemas.microsoft.com/office/drawing/2014/main" id="{F84B8222-73DB-814A-A7BA-C376908717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8D90EA5-8EFB-8F41-BBE0-07C15B0C4485}"/>
              </a:ext>
            </a:extLst>
          </p:cNvPr>
          <p:cNvSpPr>
            <a:spLocks noGrp="1"/>
          </p:cNvSpPr>
          <p:nvPr>
            <p:ph type="dt" sz="half" idx="10"/>
          </p:nvPr>
        </p:nvSpPr>
        <p:spPr/>
        <p:txBody>
          <a:bodyPr/>
          <a:lstStyle/>
          <a:p>
            <a:fld id="{2C27AF5C-E769-854E-9366-CFB300545594}" type="datetimeFigureOut">
              <a:rPr lang="en-US" smtClean="0"/>
              <a:t>4/21/2026</a:t>
            </a:fld>
            <a:endParaRPr lang="en-US"/>
          </a:p>
        </p:txBody>
      </p:sp>
      <p:sp>
        <p:nvSpPr>
          <p:cNvPr id="5" name="Footer Placeholder 4">
            <a:extLst>
              <a:ext uri="{FF2B5EF4-FFF2-40B4-BE49-F238E27FC236}">
                <a16:creationId xmlns:a16="http://schemas.microsoft.com/office/drawing/2014/main" id="{9EB6A072-4930-534E-B13C-9E9371250E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D19497-6476-AE49-8294-E41820E8D170}"/>
              </a:ext>
            </a:extLst>
          </p:cNvPr>
          <p:cNvSpPr>
            <a:spLocks noGrp="1"/>
          </p:cNvSpPr>
          <p:nvPr>
            <p:ph type="sldNum" sz="quarter" idx="12"/>
          </p:nvPr>
        </p:nvSpPr>
        <p:spPr/>
        <p:txBody>
          <a:bodyPr/>
          <a:lstStyle/>
          <a:p>
            <a:fld id="{E3A0C57F-B058-D243-964D-9C9CB76F70FA}" type="slidenum">
              <a:rPr lang="en-US" smtClean="0"/>
              <a:t>‹#›</a:t>
            </a:fld>
            <a:endParaRPr lang="en-US"/>
          </a:p>
        </p:txBody>
      </p:sp>
    </p:spTree>
    <p:extLst>
      <p:ext uri="{BB962C8B-B14F-4D97-AF65-F5344CB8AC3E}">
        <p14:creationId xmlns:p14="http://schemas.microsoft.com/office/powerpoint/2010/main" val="30341237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6463D-27DD-B642-9573-0CE132E8C793}"/>
              </a:ext>
            </a:extLst>
          </p:cNvPr>
          <p:cNvSpPr>
            <a:spLocks noGrp="1"/>
          </p:cNvSpPr>
          <p:nvPr>
            <p:ph type="title" hasCustomPrompt="1"/>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60E880D-3199-2341-B4E8-0389DA2B95A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387600-ECD7-B540-A8DD-5DE7F5F63BB5}"/>
              </a:ext>
            </a:extLst>
          </p:cNvPr>
          <p:cNvSpPr>
            <a:spLocks noGrp="1"/>
          </p:cNvSpPr>
          <p:nvPr>
            <p:ph type="dt" sz="half" idx="10"/>
          </p:nvPr>
        </p:nvSpPr>
        <p:spPr/>
        <p:txBody>
          <a:bodyPr/>
          <a:lstStyle/>
          <a:p>
            <a:fld id="{2C27AF5C-E769-854E-9366-CFB300545594}" type="datetimeFigureOut">
              <a:rPr lang="en-US" smtClean="0"/>
              <a:t>4/21/2026</a:t>
            </a:fld>
            <a:endParaRPr lang="en-US"/>
          </a:p>
        </p:txBody>
      </p:sp>
      <p:sp>
        <p:nvSpPr>
          <p:cNvPr id="5" name="Footer Placeholder 4">
            <a:extLst>
              <a:ext uri="{FF2B5EF4-FFF2-40B4-BE49-F238E27FC236}">
                <a16:creationId xmlns:a16="http://schemas.microsoft.com/office/drawing/2014/main" id="{E4C5B56D-5DDA-E349-845B-56BADC470F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97C50C-EAE9-2945-A056-1BB1A93DFB12}"/>
              </a:ext>
            </a:extLst>
          </p:cNvPr>
          <p:cNvSpPr>
            <a:spLocks noGrp="1"/>
          </p:cNvSpPr>
          <p:nvPr>
            <p:ph type="sldNum" sz="quarter" idx="12"/>
          </p:nvPr>
        </p:nvSpPr>
        <p:spPr/>
        <p:txBody>
          <a:bodyPr/>
          <a:lstStyle/>
          <a:p>
            <a:fld id="{E3A0C57F-B058-D243-964D-9C9CB76F70FA}" type="slidenum">
              <a:rPr lang="en-US" smtClean="0"/>
              <a:t>‹#›</a:t>
            </a:fld>
            <a:endParaRPr lang="en-US"/>
          </a:p>
        </p:txBody>
      </p:sp>
    </p:spTree>
    <p:extLst>
      <p:ext uri="{BB962C8B-B14F-4D97-AF65-F5344CB8AC3E}">
        <p14:creationId xmlns:p14="http://schemas.microsoft.com/office/powerpoint/2010/main" val="31768063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11FE1-3269-2641-AE82-7058C1F43352}"/>
              </a:ext>
            </a:extLst>
          </p:cNvPr>
          <p:cNvSpPr>
            <a:spLocks noGrp="1"/>
          </p:cNvSpPr>
          <p:nvPr>
            <p:ph type="title" hasCustomPrompt="1"/>
          </p:nvPr>
        </p:nvSpPr>
        <p:spPr>
          <a:xfrm>
            <a:off x="831850" y="1441382"/>
            <a:ext cx="10515600" cy="2852737"/>
          </a:xfrm>
        </p:spPr>
        <p:txBody>
          <a:bodyPr anchor="b">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BA4BE3A3-F0AC-A84E-AF56-20959B318359}"/>
              </a:ext>
            </a:extLst>
          </p:cNvPr>
          <p:cNvSpPr>
            <a:spLocks noGrp="1"/>
          </p:cNvSpPr>
          <p:nvPr>
            <p:ph type="body" idx="1"/>
          </p:nvPr>
        </p:nvSpPr>
        <p:spPr>
          <a:xfrm>
            <a:off x="831850" y="4321107"/>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BD56CF-280C-104A-826C-870BFC3991B0}"/>
              </a:ext>
            </a:extLst>
          </p:cNvPr>
          <p:cNvSpPr>
            <a:spLocks noGrp="1"/>
          </p:cNvSpPr>
          <p:nvPr>
            <p:ph type="dt" sz="half" idx="10"/>
          </p:nvPr>
        </p:nvSpPr>
        <p:spPr/>
        <p:txBody>
          <a:bodyPr/>
          <a:lstStyle/>
          <a:p>
            <a:fld id="{2C27AF5C-E769-854E-9366-CFB300545594}" type="datetimeFigureOut">
              <a:rPr lang="en-US" smtClean="0"/>
              <a:t>4/21/2026</a:t>
            </a:fld>
            <a:endParaRPr lang="en-US"/>
          </a:p>
        </p:txBody>
      </p:sp>
      <p:sp>
        <p:nvSpPr>
          <p:cNvPr id="5" name="Footer Placeholder 4">
            <a:extLst>
              <a:ext uri="{FF2B5EF4-FFF2-40B4-BE49-F238E27FC236}">
                <a16:creationId xmlns:a16="http://schemas.microsoft.com/office/drawing/2014/main" id="{32359BAB-F8EC-5249-84AC-C023DE3DB2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056091-C7FE-3C48-B304-3542532F048A}"/>
              </a:ext>
            </a:extLst>
          </p:cNvPr>
          <p:cNvSpPr>
            <a:spLocks noGrp="1"/>
          </p:cNvSpPr>
          <p:nvPr>
            <p:ph type="sldNum" sz="quarter" idx="12"/>
          </p:nvPr>
        </p:nvSpPr>
        <p:spPr/>
        <p:txBody>
          <a:bodyPr/>
          <a:lstStyle/>
          <a:p>
            <a:fld id="{E3A0C57F-B058-D243-964D-9C9CB76F70FA}" type="slidenum">
              <a:rPr lang="en-US" smtClean="0"/>
              <a:t>‹#›</a:t>
            </a:fld>
            <a:endParaRPr lang="en-US"/>
          </a:p>
        </p:txBody>
      </p:sp>
    </p:spTree>
    <p:extLst>
      <p:ext uri="{BB962C8B-B14F-4D97-AF65-F5344CB8AC3E}">
        <p14:creationId xmlns:p14="http://schemas.microsoft.com/office/powerpoint/2010/main" val="15371405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FF0B1-8FD1-4A4D-9A0D-C6CC11AFBA10}"/>
              </a:ext>
            </a:extLst>
          </p:cNvPr>
          <p:cNvSpPr>
            <a:spLocks noGrp="1"/>
          </p:cNvSpPr>
          <p:nvPr>
            <p:ph type="title" hasCustomPrompt="1"/>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346558DB-642A-A24C-B9F6-8F2A2AC23F7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D6BEC0D-7BC9-8F45-9945-52FE61C9A2A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D105276-EAA8-FC44-BE6B-FCAD3E50F9BF}"/>
              </a:ext>
            </a:extLst>
          </p:cNvPr>
          <p:cNvSpPr>
            <a:spLocks noGrp="1"/>
          </p:cNvSpPr>
          <p:nvPr>
            <p:ph type="dt" sz="half" idx="10"/>
          </p:nvPr>
        </p:nvSpPr>
        <p:spPr/>
        <p:txBody>
          <a:bodyPr/>
          <a:lstStyle/>
          <a:p>
            <a:fld id="{2C27AF5C-E769-854E-9366-CFB300545594}" type="datetimeFigureOut">
              <a:rPr lang="en-US" smtClean="0"/>
              <a:t>4/21/2026</a:t>
            </a:fld>
            <a:endParaRPr lang="en-US"/>
          </a:p>
        </p:txBody>
      </p:sp>
      <p:sp>
        <p:nvSpPr>
          <p:cNvPr id="6" name="Footer Placeholder 5">
            <a:extLst>
              <a:ext uri="{FF2B5EF4-FFF2-40B4-BE49-F238E27FC236}">
                <a16:creationId xmlns:a16="http://schemas.microsoft.com/office/drawing/2014/main" id="{3AF8EB79-B09C-DD4B-9767-8070FD7993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293BE4-B087-2F4A-8AD1-0EBE3C7FCB82}"/>
              </a:ext>
            </a:extLst>
          </p:cNvPr>
          <p:cNvSpPr>
            <a:spLocks noGrp="1"/>
          </p:cNvSpPr>
          <p:nvPr>
            <p:ph type="sldNum" sz="quarter" idx="12"/>
          </p:nvPr>
        </p:nvSpPr>
        <p:spPr/>
        <p:txBody>
          <a:bodyPr/>
          <a:lstStyle/>
          <a:p>
            <a:fld id="{E3A0C57F-B058-D243-964D-9C9CB76F70FA}" type="slidenum">
              <a:rPr lang="en-US" smtClean="0"/>
              <a:t>‹#›</a:t>
            </a:fld>
            <a:endParaRPr lang="en-US"/>
          </a:p>
        </p:txBody>
      </p:sp>
    </p:spTree>
    <p:extLst>
      <p:ext uri="{BB962C8B-B14F-4D97-AF65-F5344CB8AC3E}">
        <p14:creationId xmlns:p14="http://schemas.microsoft.com/office/powerpoint/2010/main" val="32129378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53E70-D62A-E946-BCBB-58536136DFB1}"/>
              </a:ext>
            </a:extLst>
          </p:cNvPr>
          <p:cNvSpPr>
            <a:spLocks noGrp="1"/>
          </p:cNvSpPr>
          <p:nvPr>
            <p:ph type="title" hasCustomPrompt="1"/>
          </p:nvPr>
        </p:nvSpPr>
        <p:spPr>
          <a:xfrm>
            <a:off x="839788" y="866776"/>
            <a:ext cx="10515600" cy="733424"/>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81F599AB-F631-EB4A-AAD2-24EFD6EE68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063DF948-5EDE-1D4E-9ADC-1E516B67D41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E4A5820-E756-8A4D-B41C-D701DFC065D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8CF583-03B8-BE4C-AF66-71725069319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C360DB0-A1C7-854B-8421-A44D5B39F2F6}"/>
              </a:ext>
            </a:extLst>
          </p:cNvPr>
          <p:cNvSpPr>
            <a:spLocks noGrp="1"/>
          </p:cNvSpPr>
          <p:nvPr>
            <p:ph type="dt" sz="half" idx="10"/>
          </p:nvPr>
        </p:nvSpPr>
        <p:spPr/>
        <p:txBody>
          <a:bodyPr/>
          <a:lstStyle/>
          <a:p>
            <a:fld id="{2C27AF5C-E769-854E-9366-CFB300545594}" type="datetimeFigureOut">
              <a:rPr lang="en-US" smtClean="0"/>
              <a:t>4/21/2026</a:t>
            </a:fld>
            <a:endParaRPr lang="en-US"/>
          </a:p>
        </p:txBody>
      </p:sp>
      <p:sp>
        <p:nvSpPr>
          <p:cNvPr id="8" name="Footer Placeholder 7">
            <a:extLst>
              <a:ext uri="{FF2B5EF4-FFF2-40B4-BE49-F238E27FC236}">
                <a16:creationId xmlns:a16="http://schemas.microsoft.com/office/drawing/2014/main" id="{559FFD20-B50B-264E-96FC-2D1F174F9A4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47E699A-5F19-5D47-9DC1-5D2429BFB979}"/>
              </a:ext>
            </a:extLst>
          </p:cNvPr>
          <p:cNvSpPr>
            <a:spLocks noGrp="1"/>
          </p:cNvSpPr>
          <p:nvPr>
            <p:ph type="sldNum" sz="quarter" idx="12"/>
          </p:nvPr>
        </p:nvSpPr>
        <p:spPr/>
        <p:txBody>
          <a:bodyPr/>
          <a:lstStyle/>
          <a:p>
            <a:fld id="{E3A0C57F-B058-D243-964D-9C9CB76F70FA}" type="slidenum">
              <a:rPr lang="en-US" smtClean="0"/>
              <a:t>‹#›</a:t>
            </a:fld>
            <a:endParaRPr lang="en-US"/>
          </a:p>
        </p:txBody>
      </p:sp>
    </p:spTree>
    <p:extLst>
      <p:ext uri="{BB962C8B-B14F-4D97-AF65-F5344CB8AC3E}">
        <p14:creationId xmlns:p14="http://schemas.microsoft.com/office/powerpoint/2010/main" val="16031893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6C143-8098-0043-9BB2-0313C78236C6}"/>
              </a:ext>
            </a:extLst>
          </p:cNvPr>
          <p:cNvSpPr>
            <a:spLocks noGrp="1"/>
          </p:cNvSpPr>
          <p:nvPr>
            <p:ph type="title" hasCustomPrompt="1"/>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CAB0A74B-28DC-7940-8BBF-71D39BD666FC}"/>
              </a:ext>
            </a:extLst>
          </p:cNvPr>
          <p:cNvSpPr>
            <a:spLocks noGrp="1"/>
          </p:cNvSpPr>
          <p:nvPr>
            <p:ph type="dt" sz="half" idx="10"/>
          </p:nvPr>
        </p:nvSpPr>
        <p:spPr/>
        <p:txBody>
          <a:bodyPr/>
          <a:lstStyle/>
          <a:p>
            <a:fld id="{2C27AF5C-E769-854E-9366-CFB300545594}" type="datetimeFigureOut">
              <a:rPr lang="en-US" smtClean="0"/>
              <a:t>4/21/2026</a:t>
            </a:fld>
            <a:endParaRPr lang="en-US"/>
          </a:p>
        </p:txBody>
      </p:sp>
      <p:sp>
        <p:nvSpPr>
          <p:cNvPr id="4" name="Footer Placeholder 3">
            <a:extLst>
              <a:ext uri="{FF2B5EF4-FFF2-40B4-BE49-F238E27FC236}">
                <a16:creationId xmlns:a16="http://schemas.microsoft.com/office/drawing/2014/main" id="{BEDB5901-23F7-AD40-B604-91B175922C1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3578A74-BBE8-C042-B521-8BDBEB91D1D9}"/>
              </a:ext>
            </a:extLst>
          </p:cNvPr>
          <p:cNvSpPr>
            <a:spLocks noGrp="1"/>
          </p:cNvSpPr>
          <p:nvPr>
            <p:ph type="sldNum" sz="quarter" idx="12"/>
          </p:nvPr>
        </p:nvSpPr>
        <p:spPr/>
        <p:txBody>
          <a:bodyPr/>
          <a:lstStyle/>
          <a:p>
            <a:fld id="{E3A0C57F-B058-D243-964D-9C9CB76F70FA}" type="slidenum">
              <a:rPr lang="en-US" smtClean="0"/>
              <a:t>‹#›</a:t>
            </a:fld>
            <a:endParaRPr lang="en-US"/>
          </a:p>
        </p:txBody>
      </p:sp>
    </p:spTree>
    <p:extLst>
      <p:ext uri="{BB962C8B-B14F-4D97-AF65-F5344CB8AC3E}">
        <p14:creationId xmlns:p14="http://schemas.microsoft.com/office/powerpoint/2010/main" val="1746255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CA74E2-753E-EF43-96A3-99F3D2C0DF02}"/>
              </a:ext>
            </a:extLst>
          </p:cNvPr>
          <p:cNvSpPr>
            <a:spLocks noGrp="1"/>
          </p:cNvSpPr>
          <p:nvPr>
            <p:ph type="dt" sz="half" idx="10"/>
          </p:nvPr>
        </p:nvSpPr>
        <p:spPr/>
        <p:txBody>
          <a:bodyPr/>
          <a:lstStyle/>
          <a:p>
            <a:fld id="{2C27AF5C-E769-854E-9366-CFB300545594}" type="datetimeFigureOut">
              <a:rPr lang="en-US" smtClean="0"/>
              <a:t>4/21/2026</a:t>
            </a:fld>
            <a:endParaRPr lang="en-US"/>
          </a:p>
        </p:txBody>
      </p:sp>
      <p:sp>
        <p:nvSpPr>
          <p:cNvPr id="3" name="Footer Placeholder 2">
            <a:extLst>
              <a:ext uri="{FF2B5EF4-FFF2-40B4-BE49-F238E27FC236}">
                <a16:creationId xmlns:a16="http://schemas.microsoft.com/office/drawing/2014/main" id="{7B528F85-7B9F-C74A-BF72-9F2B042693E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FDC3ABD-8545-C346-B423-C7499A345A71}"/>
              </a:ext>
            </a:extLst>
          </p:cNvPr>
          <p:cNvSpPr>
            <a:spLocks noGrp="1"/>
          </p:cNvSpPr>
          <p:nvPr>
            <p:ph type="sldNum" sz="quarter" idx="12"/>
          </p:nvPr>
        </p:nvSpPr>
        <p:spPr/>
        <p:txBody>
          <a:bodyPr/>
          <a:lstStyle/>
          <a:p>
            <a:fld id="{E3A0C57F-B058-D243-964D-9C9CB76F70FA}" type="slidenum">
              <a:rPr lang="en-US" smtClean="0"/>
              <a:t>‹#›</a:t>
            </a:fld>
            <a:endParaRPr lang="en-US"/>
          </a:p>
        </p:txBody>
      </p:sp>
    </p:spTree>
    <p:extLst>
      <p:ext uri="{BB962C8B-B14F-4D97-AF65-F5344CB8AC3E}">
        <p14:creationId xmlns:p14="http://schemas.microsoft.com/office/powerpoint/2010/main" val="37560472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24973-E449-0045-B7DB-2CE68B814C59}"/>
              </a:ext>
            </a:extLst>
          </p:cNvPr>
          <p:cNvSpPr>
            <a:spLocks noGrp="1"/>
          </p:cNvSpPr>
          <p:nvPr>
            <p:ph type="title" hasCustomPrompt="1"/>
          </p:nvPr>
        </p:nvSpPr>
        <p:spPr>
          <a:xfrm>
            <a:off x="839788" y="987424"/>
            <a:ext cx="3932237" cy="1069975"/>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B8A5344-4E72-514D-AC65-B8217705B4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B24815D-9AF4-DF49-BD73-61B0CC0DB1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DEC75B-7BCE-BE4B-85F9-946D4417CCF1}"/>
              </a:ext>
            </a:extLst>
          </p:cNvPr>
          <p:cNvSpPr>
            <a:spLocks noGrp="1"/>
          </p:cNvSpPr>
          <p:nvPr>
            <p:ph type="dt" sz="half" idx="10"/>
          </p:nvPr>
        </p:nvSpPr>
        <p:spPr/>
        <p:txBody>
          <a:bodyPr/>
          <a:lstStyle/>
          <a:p>
            <a:fld id="{2C27AF5C-E769-854E-9366-CFB300545594}" type="datetimeFigureOut">
              <a:rPr lang="en-US" smtClean="0"/>
              <a:t>4/21/2026</a:t>
            </a:fld>
            <a:endParaRPr lang="en-US"/>
          </a:p>
        </p:txBody>
      </p:sp>
      <p:sp>
        <p:nvSpPr>
          <p:cNvPr id="6" name="Footer Placeholder 5">
            <a:extLst>
              <a:ext uri="{FF2B5EF4-FFF2-40B4-BE49-F238E27FC236}">
                <a16:creationId xmlns:a16="http://schemas.microsoft.com/office/drawing/2014/main" id="{3C28B7F8-F501-CD4F-A9D4-A342022AE8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6A1E1C-BF03-0649-A697-4A6D0F334F3D}"/>
              </a:ext>
            </a:extLst>
          </p:cNvPr>
          <p:cNvSpPr>
            <a:spLocks noGrp="1"/>
          </p:cNvSpPr>
          <p:nvPr>
            <p:ph type="sldNum" sz="quarter" idx="12"/>
          </p:nvPr>
        </p:nvSpPr>
        <p:spPr/>
        <p:txBody>
          <a:bodyPr/>
          <a:lstStyle/>
          <a:p>
            <a:fld id="{E3A0C57F-B058-D243-964D-9C9CB76F70FA}" type="slidenum">
              <a:rPr lang="en-US" smtClean="0"/>
              <a:t>‹#›</a:t>
            </a:fld>
            <a:endParaRPr lang="en-US"/>
          </a:p>
        </p:txBody>
      </p:sp>
    </p:spTree>
    <p:extLst>
      <p:ext uri="{BB962C8B-B14F-4D97-AF65-F5344CB8AC3E}">
        <p14:creationId xmlns:p14="http://schemas.microsoft.com/office/powerpoint/2010/main" val="5122264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67A1C-0189-7449-8F45-CA3196B97CF7}"/>
              </a:ext>
            </a:extLst>
          </p:cNvPr>
          <p:cNvSpPr>
            <a:spLocks noGrp="1"/>
          </p:cNvSpPr>
          <p:nvPr>
            <p:ph type="title" hasCustomPrompt="1"/>
          </p:nvPr>
        </p:nvSpPr>
        <p:spPr>
          <a:xfrm>
            <a:off x="839788" y="987424"/>
            <a:ext cx="3932237" cy="1069975"/>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8F0A813-E441-D94F-A28E-79D09566AB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1DD7847-3075-A142-A509-53F9EBF55E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8E42C9-0443-0244-86FC-6563629B3A22}"/>
              </a:ext>
            </a:extLst>
          </p:cNvPr>
          <p:cNvSpPr>
            <a:spLocks noGrp="1"/>
          </p:cNvSpPr>
          <p:nvPr>
            <p:ph type="dt" sz="half" idx="10"/>
          </p:nvPr>
        </p:nvSpPr>
        <p:spPr/>
        <p:txBody>
          <a:bodyPr/>
          <a:lstStyle/>
          <a:p>
            <a:fld id="{2C27AF5C-E769-854E-9366-CFB300545594}" type="datetimeFigureOut">
              <a:rPr lang="en-US" smtClean="0"/>
              <a:t>4/21/2026</a:t>
            </a:fld>
            <a:endParaRPr lang="en-US"/>
          </a:p>
        </p:txBody>
      </p:sp>
      <p:sp>
        <p:nvSpPr>
          <p:cNvPr id="6" name="Footer Placeholder 5">
            <a:extLst>
              <a:ext uri="{FF2B5EF4-FFF2-40B4-BE49-F238E27FC236}">
                <a16:creationId xmlns:a16="http://schemas.microsoft.com/office/drawing/2014/main" id="{BCA43FDE-B81C-4E40-A6D8-32D662E53A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2E907F-C857-1B48-8F3D-5FFBCB015352}"/>
              </a:ext>
            </a:extLst>
          </p:cNvPr>
          <p:cNvSpPr>
            <a:spLocks noGrp="1"/>
          </p:cNvSpPr>
          <p:nvPr>
            <p:ph type="sldNum" sz="quarter" idx="12"/>
          </p:nvPr>
        </p:nvSpPr>
        <p:spPr/>
        <p:txBody>
          <a:bodyPr/>
          <a:lstStyle/>
          <a:p>
            <a:fld id="{E3A0C57F-B058-D243-964D-9C9CB76F70FA}" type="slidenum">
              <a:rPr lang="en-US" smtClean="0"/>
              <a:t>‹#›</a:t>
            </a:fld>
            <a:endParaRPr lang="en-US"/>
          </a:p>
        </p:txBody>
      </p:sp>
    </p:spTree>
    <p:extLst>
      <p:ext uri="{BB962C8B-B14F-4D97-AF65-F5344CB8AC3E}">
        <p14:creationId xmlns:p14="http://schemas.microsoft.com/office/powerpoint/2010/main" val="3515830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94086-5781-7540-9A08-DB4EF2024FD0}"/>
              </a:ext>
            </a:extLst>
          </p:cNvPr>
          <p:cNvSpPr>
            <a:spLocks noGrp="1"/>
          </p:cNvSpPr>
          <p:nvPr>
            <p:ph type="title" hasCustomPrompt="1"/>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63CC74B5-98D4-1D45-B808-9D6BE86BC11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D91A67-0966-EF4E-9384-EFD4BFC0D4C0}"/>
              </a:ext>
            </a:extLst>
          </p:cNvPr>
          <p:cNvSpPr>
            <a:spLocks noGrp="1"/>
          </p:cNvSpPr>
          <p:nvPr>
            <p:ph type="dt" sz="half" idx="10"/>
          </p:nvPr>
        </p:nvSpPr>
        <p:spPr/>
        <p:txBody>
          <a:bodyPr/>
          <a:lstStyle/>
          <a:p>
            <a:fld id="{2C27AF5C-E769-854E-9366-CFB300545594}" type="datetimeFigureOut">
              <a:rPr lang="en-US" smtClean="0"/>
              <a:t>4/21/2026</a:t>
            </a:fld>
            <a:endParaRPr lang="en-US"/>
          </a:p>
        </p:txBody>
      </p:sp>
      <p:sp>
        <p:nvSpPr>
          <p:cNvPr id="5" name="Footer Placeholder 4">
            <a:extLst>
              <a:ext uri="{FF2B5EF4-FFF2-40B4-BE49-F238E27FC236}">
                <a16:creationId xmlns:a16="http://schemas.microsoft.com/office/drawing/2014/main" id="{4EB85CA5-A212-B84D-9339-9CB6ADFAED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082CA7-214B-394D-AC3F-489031F5E2F4}"/>
              </a:ext>
            </a:extLst>
          </p:cNvPr>
          <p:cNvSpPr>
            <a:spLocks noGrp="1"/>
          </p:cNvSpPr>
          <p:nvPr>
            <p:ph type="sldNum" sz="quarter" idx="12"/>
          </p:nvPr>
        </p:nvSpPr>
        <p:spPr/>
        <p:txBody>
          <a:bodyPr/>
          <a:lstStyle/>
          <a:p>
            <a:fld id="{E3A0C57F-B058-D243-964D-9C9CB76F70FA}" type="slidenum">
              <a:rPr lang="en-US" smtClean="0"/>
              <a:t>‹#›</a:t>
            </a:fld>
            <a:endParaRPr lang="en-US"/>
          </a:p>
        </p:txBody>
      </p:sp>
    </p:spTree>
    <p:extLst>
      <p:ext uri="{BB962C8B-B14F-4D97-AF65-F5344CB8AC3E}">
        <p14:creationId xmlns:p14="http://schemas.microsoft.com/office/powerpoint/2010/main" val="30078224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9B781B-CCC4-E74F-92BF-0155692C0807}"/>
              </a:ext>
            </a:extLst>
          </p:cNvPr>
          <p:cNvSpPr>
            <a:spLocks noGrp="1"/>
          </p:cNvSpPr>
          <p:nvPr>
            <p:ph type="title" orient="vert" hasCustomPrompt="1"/>
          </p:nvPr>
        </p:nvSpPr>
        <p:spPr>
          <a:xfrm>
            <a:off x="8724900" y="904461"/>
            <a:ext cx="2628900" cy="5272502"/>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94410FD4-F89E-9242-94C8-147FF59AED48}"/>
              </a:ext>
            </a:extLst>
          </p:cNvPr>
          <p:cNvSpPr>
            <a:spLocks noGrp="1"/>
          </p:cNvSpPr>
          <p:nvPr>
            <p:ph type="body" orient="vert" idx="1"/>
          </p:nvPr>
        </p:nvSpPr>
        <p:spPr>
          <a:xfrm>
            <a:off x="838200" y="904459"/>
            <a:ext cx="7734300" cy="5272503"/>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FE915C9-00F9-2549-A0DD-9BBB867A1CC8}"/>
              </a:ext>
            </a:extLst>
          </p:cNvPr>
          <p:cNvSpPr>
            <a:spLocks noGrp="1"/>
          </p:cNvSpPr>
          <p:nvPr>
            <p:ph type="dt" sz="half" idx="10"/>
          </p:nvPr>
        </p:nvSpPr>
        <p:spPr/>
        <p:txBody>
          <a:bodyPr/>
          <a:lstStyle/>
          <a:p>
            <a:fld id="{2C27AF5C-E769-854E-9366-CFB300545594}" type="datetimeFigureOut">
              <a:rPr lang="en-US" smtClean="0"/>
              <a:t>4/21/2026</a:t>
            </a:fld>
            <a:endParaRPr lang="en-US"/>
          </a:p>
        </p:txBody>
      </p:sp>
      <p:sp>
        <p:nvSpPr>
          <p:cNvPr id="5" name="Footer Placeholder 4">
            <a:extLst>
              <a:ext uri="{FF2B5EF4-FFF2-40B4-BE49-F238E27FC236}">
                <a16:creationId xmlns:a16="http://schemas.microsoft.com/office/drawing/2014/main" id="{563BCD20-5CA9-E14C-B6B3-57BF160595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861504-FFDF-4E44-9D97-D1BD6CE41A39}"/>
              </a:ext>
            </a:extLst>
          </p:cNvPr>
          <p:cNvSpPr>
            <a:spLocks noGrp="1"/>
          </p:cNvSpPr>
          <p:nvPr>
            <p:ph type="sldNum" sz="quarter" idx="12"/>
          </p:nvPr>
        </p:nvSpPr>
        <p:spPr/>
        <p:txBody>
          <a:bodyPr/>
          <a:lstStyle/>
          <a:p>
            <a:fld id="{E3A0C57F-B058-D243-964D-9C9CB76F70FA}" type="slidenum">
              <a:rPr lang="en-US" smtClean="0"/>
              <a:t>‹#›</a:t>
            </a:fld>
            <a:endParaRPr lang="en-US"/>
          </a:p>
        </p:txBody>
      </p:sp>
    </p:spTree>
    <p:extLst>
      <p:ext uri="{BB962C8B-B14F-4D97-AF65-F5344CB8AC3E}">
        <p14:creationId xmlns:p14="http://schemas.microsoft.com/office/powerpoint/2010/main" val="32380947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95510D4-5A5B-4744-A3B5-14571AF970E1}"/>
              </a:ext>
            </a:extLst>
          </p:cNvPr>
          <p:cNvSpPr txBox="1"/>
          <p:nvPr userDrawn="1"/>
        </p:nvSpPr>
        <p:spPr>
          <a:xfrm>
            <a:off x="150312" y="348938"/>
            <a:ext cx="11912252" cy="523220"/>
          </a:xfrm>
          <a:prstGeom prst="rect">
            <a:avLst/>
          </a:prstGeom>
          <a:noFill/>
        </p:spPr>
        <p:txBody>
          <a:bodyPr wrap="square" rtlCol="0">
            <a:spAutoFit/>
          </a:bodyPr>
          <a:lstStyle/>
          <a:p>
            <a:pPr algn="ctr"/>
            <a:r>
              <a:rPr lang="en-US" sz="2800" b="1" dirty="0">
                <a:solidFill>
                  <a:srgbClr val="004432"/>
                </a:solidFill>
                <a:latin typeface="Arial" panose="020B0604020202020204" pitchFamily="34" charset="0"/>
                <a:cs typeface="Arial" panose="020B0604020202020204" pitchFamily="34" charset="0"/>
              </a:rPr>
              <a:t>TEMPLATE INSTRUCTIONS</a:t>
            </a:r>
          </a:p>
        </p:txBody>
      </p:sp>
      <p:cxnSp>
        <p:nvCxnSpPr>
          <p:cNvPr id="6" name="Straight Connector 5">
            <a:extLst>
              <a:ext uri="{FF2B5EF4-FFF2-40B4-BE49-F238E27FC236}">
                <a16:creationId xmlns:a16="http://schemas.microsoft.com/office/drawing/2014/main" id="{1A21FD7A-8491-CB42-A46C-C95B79400ACE}"/>
              </a:ext>
            </a:extLst>
          </p:cNvPr>
          <p:cNvCxnSpPr/>
          <p:nvPr userDrawn="1"/>
        </p:nvCxnSpPr>
        <p:spPr>
          <a:xfrm>
            <a:off x="150312" y="872158"/>
            <a:ext cx="11912252" cy="0"/>
          </a:xfrm>
          <a:prstGeom prst="line">
            <a:avLst/>
          </a:prstGeom>
          <a:ln w="28575">
            <a:solidFill>
              <a:srgbClr val="8CA74B"/>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8EEC2B6-DC0F-A443-844A-8AB666BACD36}"/>
              </a:ext>
            </a:extLst>
          </p:cNvPr>
          <p:cNvSpPr txBox="1"/>
          <p:nvPr userDrawn="1"/>
        </p:nvSpPr>
        <p:spPr>
          <a:xfrm>
            <a:off x="954066" y="1194192"/>
            <a:ext cx="10283868" cy="80021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i="1" kern="1200" dirty="0">
                <a:solidFill>
                  <a:schemeClr val="tx1"/>
                </a:solidFill>
                <a:effectLst/>
                <a:latin typeface="Arial" panose="020B0604020202020204" pitchFamily="34" charset="0"/>
                <a:ea typeface="+mn-ea"/>
                <a:cs typeface="Arial" panose="020B0604020202020204" pitchFamily="34" charset="0"/>
              </a:rPr>
              <a:t>This template is designed to help you produce an MSU Extension-branded PowerPoint presentation. You can choose from the file’s three different color combinations (the fourth option is 4-H–specific).</a:t>
            </a:r>
          </a:p>
          <a:p>
            <a:endParaRPr lang="en-US" dirty="0"/>
          </a:p>
        </p:txBody>
      </p:sp>
      <p:sp>
        <p:nvSpPr>
          <p:cNvPr id="8" name="Rectangle 7">
            <a:extLst>
              <a:ext uri="{FF2B5EF4-FFF2-40B4-BE49-F238E27FC236}">
                <a16:creationId xmlns:a16="http://schemas.microsoft.com/office/drawing/2014/main" id="{C813A4F5-2274-3341-81B3-C7E5FFAFBE5B}"/>
              </a:ext>
            </a:extLst>
          </p:cNvPr>
          <p:cNvSpPr/>
          <p:nvPr userDrawn="1"/>
        </p:nvSpPr>
        <p:spPr>
          <a:xfrm>
            <a:off x="954065" y="1794356"/>
            <a:ext cx="9680531" cy="400110"/>
          </a:xfrm>
          <a:prstGeom prst="rect">
            <a:avLst/>
          </a:prstGeom>
        </p:spPr>
        <p:txBody>
          <a:bodyPr wrap="square">
            <a:spAutoFit/>
          </a:bodyPr>
          <a:lstStyle/>
          <a:p>
            <a:r>
              <a:rPr lang="en-US" sz="2000" b="1" i="1" kern="1200" dirty="0">
                <a:solidFill>
                  <a:schemeClr val="tx1"/>
                </a:solidFill>
                <a:effectLst/>
                <a:latin typeface="+mn-lt"/>
                <a:ea typeface="+mn-ea"/>
                <a:cs typeface="+mn-cs"/>
              </a:rPr>
              <a:t>Please read the whole instruction sheet before you start adding content to the template.</a:t>
            </a:r>
            <a:endParaRPr lang="en-US" sz="2000" kern="1200" dirty="0">
              <a:solidFill>
                <a:schemeClr val="tx1"/>
              </a:solidFill>
              <a:effectLst/>
              <a:latin typeface="+mn-lt"/>
              <a:ea typeface="+mn-ea"/>
              <a:cs typeface="+mn-cs"/>
            </a:endParaRPr>
          </a:p>
        </p:txBody>
      </p:sp>
      <p:sp>
        <p:nvSpPr>
          <p:cNvPr id="9" name="TextBox 8">
            <a:extLst>
              <a:ext uri="{FF2B5EF4-FFF2-40B4-BE49-F238E27FC236}">
                <a16:creationId xmlns:a16="http://schemas.microsoft.com/office/drawing/2014/main" id="{DF197310-97F5-4945-8A67-F17069E1784E}"/>
              </a:ext>
            </a:extLst>
          </p:cNvPr>
          <p:cNvSpPr txBox="1"/>
          <p:nvPr userDrawn="1"/>
        </p:nvSpPr>
        <p:spPr>
          <a:xfrm>
            <a:off x="1135693" y="2378609"/>
            <a:ext cx="9920614" cy="4247317"/>
          </a:xfrm>
          <a:prstGeom prst="rect">
            <a:avLst/>
          </a:prstGeom>
          <a:noFill/>
        </p:spPr>
        <p:txBody>
          <a:bodyPr wrap="square" rtlCol="0">
            <a:spAutoFit/>
          </a:bodyPr>
          <a:lstStyle/>
          <a:p>
            <a:pPr marL="228600" lvl="0" indent="-228600">
              <a:buFont typeface="+mj-lt"/>
              <a:buAutoNum type="arabicPeriod"/>
            </a:pPr>
            <a:r>
              <a:rPr lang="en-US" sz="1400" kern="1200" dirty="0">
                <a:solidFill>
                  <a:schemeClr val="tx1"/>
                </a:solidFill>
                <a:effectLst/>
                <a:latin typeface="Arial" panose="020B0604020202020204" pitchFamily="34" charset="0"/>
                <a:ea typeface="+mn-ea"/>
                <a:cs typeface="Arial" panose="020B0604020202020204" pitchFamily="34" charset="0"/>
              </a:rPr>
              <a:t>After you open this template but before you start adding content, save the file with a project-specific new name so you’ll still have the blank template on your computer to use for future projects.</a:t>
            </a:r>
          </a:p>
          <a:p>
            <a:pPr marL="228600" lvl="0" indent="-228600">
              <a:buFont typeface="+mj-lt"/>
              <a:buAutoNum type="arabicPeriod"/>
            </a:pPr>
            <a:r>
              <a:rPr lang="en-US" sz="1400" kern="1200" dirty="0">
                <a:solidFill>
                  <a:schemeClr val="tx1"/>
                </a:solidFill>
                <a:effectLst/>
                <a:latin typeface="Arial" panose="020B0604020202020204" pitchFamily="34" charset="0"/>
                <a:ea typeface="+mn-ea"/>
                <a:cs typeface="Arial" panose="020B0604020202020204" pitchFamily="34" charset="0"/>
              </a:rPr>
              <a:t>Add your own photos or download and add photos from the MSU ANR Communications photo library (</a:t>
            </a:r>
            <a:r>
              <a:rPr lang="en-US" sz="1400" u="sng" kern="1200" dirty="0">
                <a:solidFill>
                  <a:schemeClr val="tx1"/>
                </a:solidFill>
                <a:effectLst/>
                <a:latin typeface="Arial" panose="020B0604020202020204" pitchFamily="34" charset="0"/>
                <a:ea typeface="+mn-ea"/>
                <a:cs typeface="Arial" panose="020B0604020202020204" pitchFamily="34" charset="0"/>
                <a:hlinkClick r:id="rId2"/>
              </a:rPr>
              <a:t>https://www.flickr.com/photos/30579354@N07/</a:t>
            </a:r>
            <a:r>
              <a:rPr lang="en-US" sz="1400" kern="1200" dirty="0">
                <a:solidFill>
                  <a:schemeClr val="tx1"/>
                </a:solidFill>
                <a:effectLst/>
                <a:latin typeface="Arial" panose="020B0604020202020204" pitchFamily="34" charset="0"/>
                <a:ea typeface="+mn-ea"/>
                <a:cs typeface="Arial" panose="020B0604020202020204" pitchFamily="34" charset="0"/>
              </a:rPr>
              <a:t>) or another website that offers royalty-free photos. (Be sure to check any such site’s terms of use, copyright, photo credit, and fee information.) Common royalty-free photo sites include:</a:t>
            </a:r>
          </a:p>
          <a:p>
            <a:pPr marL="231775" indent="117475">
              <a:buFont typeface="Arial" panose="020B0604020202020204" pitchFamily="34" charset="0"/>
              <a:buChar char="•"/>
              <a:tabLst/>
            </a:pPr>
            <a:r>
              <a:rPr lang="en-US" sz="1400" kern="1200" dirty="0" err="1">
                <a:solidFill>
                  <a:schemeClr val="tx1"/>
                </a:solidFill>
                <a:effectLst/>
                <a:latin typeface="Arial" panose="020B0604020202020204" pitchFamily="34" charset="0"/>
                <a:ea typeface="+mn-ea"/>
                <a:cs typeface="Arial" panose="020B0604020202020204" pitchFamily="34" charset="0"/>
              </a:rPr>
              <a:t>FreeImages</a:t>
            </a:r>
            <a:r>
              <a:rPr lang="en-US" sz="1400" kern="1200" dirty="0">
                <a:solidFill>
                  <a:schemeClr val="tx1"/>
                </a:solidFill>
                <a:effectLst/>
                <a:latin typeface="Arial" panose="020B0604020202020204" pitchFamily="34" charset="0"/>
                <a:ea typeface="+mn-ea"/>
                <a:cs typeface="Arial" panose="020B0604020202020204" pitchFamily="34" charset="0"/>
              </a:rPr>
              <a:t> (</a:t>
            </a:r>
            <a:r>
              <a:rPr lang="en-US" sz="1400" u="sng" kern="1200" dirty="0">
                <a:solidFill>
                  <a:schemeClr val="tx1"/>
                </a:solidFill>
                <a:effectLst/>
                <a:latin typeface="Arial" panose="020B0604020202020204" pitchFamily="34" charset="0"/>
                <a:ea typeface="+mn-ea"/>
                <a:cs typeface="Arial" panose="020B0604020202020204" pitchFamily="34" charset="0"/>
                <a:hlinkClick r:id="rId3"/>
              </a:rPr>
              <a:t>www.freeimages.com</a:t>
            </a:r>
            <a:r>
              <a:rPr lang="en-US" sz="1400" kern="1200" dirty="0">
                <a:solidFill>
                  <a:schemeClr val="tx1"/>
                </a:solidFill>
                <a:effectLst/>
                <a:latin typeface="Arial" panose="020B0604020202020204" pitchFamily="34" charset="0"/>
                <a:ea typeface="+mn-ea"/>
                <a:cs typeface="Arial" panose="020B0604020202020204" pitchFamily="34" charset="0"/>
              </a:rPr>
              <a:t>)</a:t>
            </a:r>
          </a:p>
          <a:p>
            <a:pPr marL="231775" indent="117475">
              <a:buFont typeface="Arial" panose="020B0604020202020204" pitchFamily="34" charset="0"/>
              <a:buChar char="•"/>
              <a:tabLst/>
            </a:pPr>
            <a:r>
              <a:rPr lang="en-US" sz="1400" kern="1200" dirty="0" err="1">
                <a:solidFill>
                  <a:schemeClr val="tx1"/>
                </a:solidFill>
                <a:effectLst/>
                <a:latin typeface="Arial" panose="020B0604020202020204" pitchFamily="34" charset="0"/>
                <a:ea typeface="+mn-ea"/>
                <a:cs typeface="Arial" panose="020B0604020202020204" pitchFamily="34" charset="0"/>
              </a:rPr>
              <a:t>Morguefile</a:t>
            </a:r>
            <a:r>
              <a:rPr lang="en-US" sz="1400" kern="1200" dirty="0">
                <a:solidFill>
                  <a:schemeClr val="tx1"/>
                </a:solidFill>
                <a:effectLst/>
                <a:latin typeface="Arial" panose="020B0604020202020204" pitchFamily="34" charset="0"/>
                <a:ea typeface="+mn-ea"/>
                <a:cs typeface="Arial" panose="020B0604020202020204" pitchFamily="34" charset="0"/>
              </a:rPr>
              <a:t> (</a:t>
            </a:r>
            <a:r>
              <a:rPr lang="en-US" sz="1400" u="sng" kern="1200" dirty="0">
                <a:solidFill>
                  <a:schemeClr val="tx1"/>
                </a:solidFill>
                <a:effectLst/>
                <a:latin typeface="Arial" panose="020B0604020202020204" pitchFamily="34" charset="0"/>
                <a:ea typeface="+mn-ea"/>
                <a:cs typeface="Arial" panose="020B0604020202020204" pitchFamily="34" charset="0"/>
                <a:hlinkClick r:id="rId4"/>
              </a:rPr>
              <a:t>www.morguefile.com</a:t>
            </a:r>
            <a:r>
              <a:rPr lang="en-US" sz="1400" kern="1200" dirty="0">
                <a:solidFill>
                  <a:schemeClr val="tx1"/>
                </a:solidFill>
                <a:effectLst/>
                <a:latin typeface="Arial" panose="020B0604020202020204" pitchFamily="34" charset="0"/>
                <a:ea typeface="+mn-ea"/>
                <a:cs typeface="Arial" panose="020B0604020202020204" pitchFamily="34" charset="0"/>
              </a:rPr>
              <a:t>)</a:t>
            </a:r>
          </a:p>
          <a:p>
            <a:pPr marL="231775" indent="117475">
              <a:buFont typeface="Arial" panose="020B0604020202020204" pitchFamily="34" charset="0"/>
              <a:buChar char="•"/>
              <a:tabLst/>
            </a:pPr>
            <a:r>
              <a:rPr lang="en-US" sz="1400" kern="1200" dirty="0" err="1">
                <a:solidFill>
                  <a:schemeClr val="tx1"/>
                </a:solidFill>
                <a:effectLst/>
                <a:latin typeface="Arial" panose="020B0604020202020204" pitchFamily="34" charset="0"/>
                <a:ea typeface="+mn-ea"/>
                <a:cs typeface="Arial" panose="020B0604020202020204" pitchFamily="34" charset="0"/>
              </a:rPr>
              <a:t>Pexels</a:t>
            </a:r>
            <a:r>
              <a:rPr lang="en-US" sz="1400" kern="1200" dirty="0">
                <a:solidFill>
                  <a:schemeClr val="tx1"/>
                </a:solidFill>
                <a:effectLst/>
                <a:latin typeface="Arial" panose="020B0604020202020204" pitchFamily="34" charset="0"/>
                <a:ea typeface="+mn-ea"/>
                <a:cs typeface="Arial" panose="020B0604020202020204" pitchFamily="34" charset="0"/>
              </a:rPr>
              <a:t> (</a:t>
            </a:r>
            <a:r>
              <a:rPr lang="en-US" sz="1400" u="sng" kern="1200" dirty="0">
                <a:solidFill>
                  <a:schemeClr val="tx1"/>
                </a:solidFill>
                <a:effectLst/>
                <a:latin typeface="Arial" panose="020B0604020202020204" pitchFamily="34" charset="0"/>
                <a:ea typeface="+mn-ea"/>
                <a:cs typeface="Arial" panose="020B0604020202020204" pitchFamily="34" charset="0"/>
                <a:hlinkClick r:id="rId5"/>
              </a:rPr>
              <a:t>https://www.pexels.com/</a:t>
            </a:r>
            <a:r>
              <a:rPr lang="en-US" sz="1400" kern="1200" dirty="0">
                <a:solidFill>
                  <a:schemeClr val="tx1"/>
                </a:solidFill>
                <a:effectLst/>
                <a:latin typeface="Arial" panose="020B0604020202020204" pitchFamily="34" charset="0"/>
                <a:ea typeface="+mn-ea"/>
                <a:cs typeface="Arial" panose="020B0604020202020204" pitchFamily="34" charset="0"/>
              </a:rPr>
              <a:t>)</a:t>
            </a:r>
          </a:p>
          <a:p>
            <a:pPr marL="231775" indent="117475">
              <a:buFont typeface="Arial" panose="020B0604020202020204" pitchFamily="34" charset="0"/>
              <a:buChar char="•"/>
              <a:tabLst/>
            </a:pPr>
            <a:r>
              <a:rPr lang="en-US" sz="1400" kern="1200" dirty="0" err="1">
                <a:solidFill>
                  <a:schemeClr val="tx1"/>
                </a:solidFill>
                <a:effectLst/>
                <a:latin typeface="Arial" panose="020B0604020202020204" pitchFamily="34" charset="0"/>
                <a:ea typeface="+mn-ea"/>
                <a:cs typeface="Arial" panose="020B0604020202020204" pitchFamily="34" charset="0"/>
              </a:rPr>
              <a:t>Pixabay</a:t>
            </a:r>
            <a:r>
              <a:rPr lang="en-US" sz="1400" kern="1200" dirty="0">
                <a:solidFill>
                  <a:schemeClr val="tx1"/>
                </a:solidFill>
                <a:effectLst/>
                <a:latin typeface="Arial" panose="020B0604020202020204" pitchFamily="34" charset="0"/>
                <a:ea typeface="+mn-ea"/>
                <a:cs typeface="Arial" panose="020B0604020202020204" pitchFamily="34" charset="0"/>
              </a:rPr>
              <a:t> (</a:t>
            </a:r>
            <a:r>
              <a:rPr lang="en-US" sz="1400" u="sng" kern="1200" dirty="0">
                <a:solidFill>
                  <a:schemeClr val="tx1"/>
                </a:solidFill>
                <a:effectLst/>
                <a:latin typeface="Arial" panose="020B0604020202020204" pitchFamily="34" charset="0"/>
                <a:ea typeface="+mn-ea"/>
                <a:cs typeface="Arial" panose="020B0604020202020204" pitchFamily="34" charset="0"/>
                <a:hlinkClick r:id="rId6"/>
              </a:rPr>
              <a:t>https://pixabay.com/</a:t>
            </a:r>
            <a:r>
              <a:rPr lang="en-US" sz="1400" kern="1200" dirty="0">
                <a:solidFill>
                  <a:schemeClr val="tx1"/>
                </a:solidFill>
                <a:effectLst/>
                <a:latin typeface="Arial" panose="020B0604020202020204" pitchFamily="34" charset="0"/>
                <a:ea typeface="+mn-ea"/>
                <a:cs typeface="Arial" panose="020B0604020202020204" pitchFamily="34" charset="0"/>
              </a:rPr>
              <a:t>)</a:t>
            </a:r>
          </a:p>
          <a:p>
            <a:pPr marL="231775" indent="117475">
              <a:buFont typeface="Arial" panose="020B0604020202020204" pitchFamily="34" charset="0"/>
              <a:buChar char="•"/>
              <a:tabLst/>
            </a:pPr>
            <a:r>
              <a:rPr lang="en-US" sz="1400" kern="1200" dirty="0" err="1">
                <a:solidFill>
                  <a:schemeClr val="tx1"/>
                </a:solidFill>
                <a:effectLst/>
                <a:latin typeface="Arial" panose="020B0604020202020204" pitchFamily="34" charset="0"/>
                <a:ea typeface="+mn-ea"/>
                <a:cs typeface="Arial" panose="020B0604020202020204" pitchFamily="34" charset="0"/>
              </a:rPr>
              <a:t>StockSnap</a:t>
            </a:r>
            <a:r>
              <a:rPr lang="en-US" sz="1400" kern="1200" dirty="0">
                <a:solidFill>
                  <a:schemeClr val="tx1"/>
                </a:solidFill>
                <a:effectLst/>
                <a:latin typeface="Arial" panose="020B0604020202020204" pitchFamily="34" charset="0"/>
                <a:ea typeface="+mn-ea"/>
                <a:cs typeface="Arial" panose="020B0604020202020204" pitchFamily="34" charset="0"/>
              </a:rPr>
              <a:t> (</a:t>
            </a:r>
            <a:r>
              <a:rPr lang="en-US" sz="1400" u="sng" kern="1200" dirty="0">
                <a:solidFill>
                  <a:schemeClr val="tx1"/>
                </a:solidFill>
                <a:effectLst/>
                <a:latin typeface="Arial" panose="020B0604020202020204" pitchFamily="34" charset="0"/>
                <a:ea typeface="+mn-ea"/>
                <a:cs typeface="Arial" panose="020B0604020202020204" pitchFamily="34" charset="0"/>
                <a:hlinkClick r:id="rId7"/>
              </a:rPr>
              <a:t>https://stocksnap.io/</a:t>
            </a:r>
            <a:r>
              <a:rPr lang="en-US" sz="1400" kern="1200" dirty="0">
                <a:solidFill>
                  <a:schemeClr val="tx1"/>
                </a:solidFill>
                <a:effectLst/>
                <a:latin typeface="Arial" panose="020B0604020202020204" pitchFamily="34" charset="0"/>
                <a:ea typeface="+mn-ea"/>
                <a:cs typeface="Arial" panose="020B0604020202020204" pitchFamily="34" charset="0"/>
              </a:rPr>
              <a:t>)</a:t>
            </a:r>
          </a:p>
          <a:p>
            <a:pPr marL="231775" indent="117475">
              <a:buFont typeface="Arial" panose="020B0604020202020204" pitchFamily="34" charset="0"/>
              <a:buChar char="•"/>
              <a:tabLst/>
            </a:pPr>
            <a:r>
              <a:rPr lang="en-US" sz="1400" kern="1200" dirty="0" err="1">
                <a:solidFill>
                  <a:schemeClr val="tx1"/>
                </a:solidFill>
                <a:effectLst/>
                <a:latin typeface="Arial" panose="020B0604020202020204" pitchFamily="34" charset="0"/>
                <a:ea typeface="+mn-ea"/>
                <a:cs typeface="Arial" panose="020B0604020202020204" pitchFamily="34" charset="0"/>
              </a:rPr>
              <a:t>Unsplash</a:t>
            </a:r>
            <a:r>
              <a:rPr lang="en-US" sz="1400" kern="1200" dirty="0">
                <a:solidFill>
                  <a:schemeClr val="tx1"/>
                </a:solidFill>
                <a:effectLst/>
                <a:latin typeface="Arial" panose="020B0604020202020204" pitchFamily="34" charset="0"/>
                <a:ea typeface="+mn-ea"/>
                <a:cs typeface="Arial" panose="020B0604020202020204" pitchFamily="34" charset="0"/>
              </a:rPr>
              <a:t> (</a:t>
            </a:r>
            <a:r>
              <a:rPr lang="en-US" sz="1400" u="sng" kern="1200" dirty="0">
                <a:solidFill>
                  <a:schemeClr val="tx1"/>
                </a:solidFill>
                <a:effectLst/>
                <a:latin typeface="Arial" panose="020B0604020202020204" pitchFamily="34" charset="0"/>
                <a:ea typeface="+mn-ea"/>
                <a:cs typeface="Arial" panose="020B0604020202020204" pitchFamily="34" charset="0"/>
                <a:hlinkClick r:id="rId8"/>
              </a:rPr>
              <a:t>https://unsplash.com</a:t>
            </a:r>
            <a:r>
              <a:rPr lang="en-US" sz="1400" kern="1200" dirty="0">
                <a:solidFill>
                  <a:schemeClr val="tx1"/>
                </a:solidFill>
                <a:effectLst/>
                <a:latin typeface="Arial" panose="020B0604020202020204" pitchFamily="34" charset="0"/>
                <a:ea typeface="+mn-ea"/>
                <a:cs typeface="Arial" panose="020B0604020202020204" pitchFamily="34" charset="0"/>
              </a:rPr>
              <a:t>)</a:t>
            </a:r>
          </a:p>
          <a:p>
            <a:pPr marL="228600" lvl="0" indent="-228600">
              <a:buFont typeface="+mj-lt"/>
              <a:buAutoNum type="arabicPeriod" startAt="3"/>
            </a:pPr>
            <a:r>
              <a:rPr lang="en-US" sz="1400" kern="1200" dirty="0">
                <a:solidFill>
                  <a:schemeClr val="tx1"/>
                </a:solidFill>
                <a:effectLst/>
                <a:latin typeface="Arial" panose="020B0604020202020204" pitchFamily="34" charset="0"/>
                <a:ea typeface="+mn-ea"/>
                <a:cs typeface="Arial" panose="020B0604020202020204" pitchFamily="34" charset="0"/>
              </a:rPr>
              <a:t>To add a photo or other graphic image:</a:t>
            </a:r>
          </a:p>
          <a:p>
            <a:pPr marL="349250" indent="-117475">
              <a:buFont typeface="Arial" panose="020B0604020202020204" pitchFamily="34" charset="0"/>
              <a:buChar char="•"/>
              <a:tabLst/>
            </a:pPr>
            <a:r>
              <a:rPr lang="en-US" sz="1400" kern="1200" dirty="0">
                <a:solidFill>
                  <a:schemeClr val="tx1"/>
                </a:solidFill>
                <a:effectLst/>
                <a:latin typeface="Arial" panose="020B0604020202020204" pitchFamily="34" charset="0"/>
                <a:ea typeface="+mn-ea"/>
                <a:cs typeface="Arial" panose="020B0604020202020204" pitchFamily="34" charset="0"/>
              </a:rPr>
              <a:t>Click the image icon in the center of a blank “Insert Photo Here” box. Find and select the image on   </a:t>
            </a:r>
            <a:br>
              <a:rPr lang="en-US" sz="1400" kern="1200" dirty="0">
                <a:solidFill>
                  <a:schemeClr val="tx1"/>
                </a:solidFill>
                <a:effectLst/>
                <a:latin typeface="Arial" panose="020B0604020202020204" pitchFamily="34" charset="0"/>
                <a:ea typeface="+mn-ea"/>
                <a:cs typeface="Arial" panose="020B0604020202020204" pitchFamily="34" charset="0"/>
              </a:rPr>
            </a:br>
            <a:r>
              <a:rPr lang="en-US" sz="1400" kern="1200" dirty="0">
                <a:solidFill>
                  <a:schemeClr val="tx1"/>
                </a:solidFill>
                <a:effectLst/>
                <a:latin typeface="Arial" panose="020B0604020202020204" pitchFamily="34" charset="0"/>
                <a:ea typeface="+mn-ea"/>
                <a:cs typeface="Arial" panose="020B0604020202020204" pitchFamily="34" charset="0"/>
              </a:rPr>
              <a:t> your computer, then click “Open.” The photo will load into the box. </a:t>
            </a:r>
          </a:p>
          <a:p>
            <a:pPr marL="349250" indent="-117475">
              <a:buFont typeface="Arial" panose="020B0604020202020204" pitchFamily="34" charset="0"/>
              <a:buChar char="•"/>
              <a:tabLst/>
            </a:pPr>
            <a:r>
              <a:rPr lang="en-US" sz="1400" kern="1200" dirty="0">
                <a:solidFill>
                  <a:schemeClr val="tx1"/>
                </a:solidFill>
                <a:effectLst/>
                <a:latin typeface="Arial" panose="020B0604020202020204" pitchFamily="34" charset="0"/>
                <a:ea typeface="+mn-ea"/>
                <a:cs typeface="Arial" panose="020B0604020202020204" pitchFamily="34" charset="0"/>
              </a:rPr>
              <a:t>Click anywhere else in the photo box. Drag a photo from your computer into the template. The photo </a:t>
            </a:r>
            <a:br>
              <a:rPr lang="en-US" sz="1400" kern="1200" dirty="0">
                <a:solidFill>
                  <a:schemeClr val="tx1"/>
                </a:solidFill>
                <a:effectLst/>
                <a:latin typeface="Arial" panose="020B0604020202020204" pitchFamily="34" charset="0"/>
                <a:ea typeface="+mn-ea"/>
                <a:cs typeface="Arial" panose="020B0604020202020204" pitchFamily="34" charset="0"/>
              </a:rPr>
            </a:br>
            <a:r>
              <a:rPr lang="en-US" sz="1400" kern="1200" dirty="0">
                <a:solidFill>
                  <a:schemeClr val="tx1"/>
                </a:solidFill>
                <a:effectLst/>
                <a:latin typeface="Arial" panose="020B0604020202020204" pitchFamily="34" charset="0"/>
                <a:ea typeface="+mn-ea"/>
                <a:cs typeface="Arial" panose="020B0604020202020204" pitchFamily="34" charset="0"/>
              </a:rPr>
              <a:t> will load into the box.</a:t>
            </a:r>
          </a:p>
          <a:p>
            <a:pPr marL="228600" lvl="0" indent="-228600">
              <a:buFont typeface="+mj-lt"/>
              <a:buAutoNum type="arabicPeriod" startAt="4"/>
            </a:pPr>
            <a:r>
              <a:rPr lang="en-US" sz="1400" kern="1200" dirty="0">
                <a:solidFill>
                  <a:schemeClr val="tx1"/>
                </a:solidFill>
                <a:effectLst/>
                <a:latin typeface="Arial" panose="020B0604020202020204" pitchFamily="34" charset="0"/>
                <a:ea typeface="+mn-ea"/>
                <a:cs typeface="Arial" panose="020B0604020202020204" pitchFamily="34" charset="0"/>
              </a:rPr>
              <a:t>To edit a photo in the template, click on it and use the “Picture Format” tools to crop, resize, reposition, or even replace it. </a:t>
            </a:r>
          </a:p>
          <a:p>
            <a:pPr marL="228600" lvl="0" indent="-228600">
              <a:buFont typeface="+mj-lt"/>
              <a:buAutoNum type="arabicPeriod" startAt="4"/>
            </a:pPr>
            <a:r>
              <a:rPr lang="en-US" sz="1400" kern="1200" dirty="0">
                <a:solidFill>
                  <a:schemeClr val="tx1"/>
                </a:solidFill>
                <a:effectLst/>
                <a:latin typeface="Arial" panose="020B0604020202020204" pitchFamily="34" charset="0"/>
                <a:ea typeface="+mn-ea"/>
                <a:cs typeface="Arial" panose="020B0604020202020204" pitchFamily="34" charset="0"/>
              </a:rPr>
              <a:t>When you’ve finished your presentation, delete any unneeded pages from the template. Save the file.</a:t>
            </a:r>
          </a:p>
          <a:p>
            <a:endParaRPr lang="en-US" dirty="0"/>
          </a:p>
        </p:txBody>
      </p:sp>
    </p:spTree>
    <p:extLst>
      <p:ext uri="{BB962C8B-B14F-4D97-AF65-F5344CB8AC3E}">
        <p14:creationId xmlns:p14="http://schemas.microsoft.com/office/powerpoint/2010/main" val="7214743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60210-784A-B5BA-29AB-EFF16F98323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D865901-1FB2-680C-134A-21272664807D}"/>
              </a:ext>
            </a:extLst>
          </p:cNvPr>
          <p:cNvSpPr>
            <a:spLocks noGrp="1"/>
          </p:cNvSpPr>
          <p:nvPr>
            <p:ph type="dt" sz="half" idx="10"/>
          </p:nvPr>
        </p:nvSpPr>
        <p:spPr/>
        <p:txBody>
          <a:bodyPr/>
          <a:lstStyle/>
          <a:p>
            <a:fld id="{E8EE839D-7CCE-9840-95D3-6D899AFBC58D}" type="datetimeFigureOut">
              <a:rPr lang="en-US" smtClean="0"/>
              <a:t>4/21/2026</a:t>
            </a:fld>
            <a:endParaRPr lang="en-US"/>
          </a:p>
        </p:txBody>
      </p:sp>
      <p:sp>
        <p:nvSpPr>
          <p:cNvPr id="4" name="Footer Placeholder 3">
            <a:extLst>
              <a:ext uri="{FF2B5EF4-FFF2-40B4-BE49-F238E27FC236}">
                <a16:creationId xmlns:a16="http://schemas.microsoft.com/office/drawing/2014/main" id="{F287B7F8-82E7-8ADC-C5AB-BE44EF3821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0FD402B-A70D-227F-879B-116FAA145EC3}"/>
              </a:ext>
            </a:extLst>
          </p:cNvPr>
          <p:cNvSpPr>
            <a:spLocks noGrp="1"/>
          </p:cNvSpPr>
          <p:nvPr>
            <p:ph type="sldNum" sz="quarter" idx="12"/>
          </p:nvPr>
        </p:nvSpPr>
        <p:spPr/>
        <p:txBody>
          <a:bodyPr/>
          <a:lstStyle/>
          <a:p>
            <a:fld id="{1BCC3C47-2DC9-8E4B-9E00-27C72FB74A7D}" type="slidenum">
              <a:rPr lang="en-US" smtClean="0"/>
              <a:t>‹#›</a:t>
            </a:fld>
            <a:endParaRPr lang="en-US"/>
          </a:p>
        </p:txBody>
      </p:sp>
    </p:spTree>
    <p:extLst>
      <p:ext uri="{BB962C8B-B14F-4D97-AF65-F5344CB8AC3E}">
        <p14:creationId xmlns:p14="http://schemas.microsoft.com/office/powerpoint/2010/main" val="41076360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Text Box 8">
            <a:extLst>
              <a:ext uri="{FF2B5EF4-FFF2-40B4-BE49-F238E27FC236}">
                <a16:creationId xmlns:a16="http://schemas.microsoft.com/office/drawing/2014/main" id="{3E3B3644-1031-B851-BA76-9303DD49342B}"/>
              </a:ext>
            </a:extLst>
          </p:cNvPr>
          <p:cNvSpPr txBox="1">
            <a:spLocks noChangeArrowheads="1"/>
          </p:cNvSpPr>
          <p:nvPr userDrawn="1"/>
        </p:nvSpPr>
        <p:spPr bwMode="auto">
          <a:xfrm>
            <a:off x="1168400" y="664025"/>
            <a:ext cx="4339771" cy="4196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defTabSz="457189" fontAlgn="base">
              <a:spcBef>
                <a:spcPct val="50000"/>
              </a:spcBef>
              <a:spcAft>
                <a:spcPct val="0"/>
              </a:spcAft>
              <a:buNone/>
            </a:pPr>
            <a:r>
              <a:rPr lang="en-US" altLang="en-US" sz="2667">
                <a:solidFill>
                  <a:prstClr val="black"/>
                </a:solidFill>
                <a:latin typeface="Times New Roman" panose="02020603050405020304" pitchFamily="18" charset="0"/>
                <a:ea typeface="ＭＳ Ｐゴシック" pitchFamily="49" charset="-128"/>
              </a:rPr>
              <a:t>Michigan </a:t>
            </a:r>
            <a:r>
              <a:rPr lang="en-US" altLang="en-US" sz="2667" dirty="0">
                <a:solidFill>
                  <a:prstClr val="black"/>
                </a:solidFill>
                <a:latin typeface="Times New Roman" panose="02020603050405020304" pitchFamily="18" charset="0"/>
                <a:ea typeface="ＭＳ Ｐゴシック" pitchFamily="49" charset="-128"/>
              </a:rPr>
              <a:t>State University Extension programs and materials are open to all without regard to race, color, national origin, sex, gender, gender identity, religion, age, height, weight, disability, political beliefs, sexual orientation, marital status, family status or veteran status.</a:t>
            </a:r>
            <a:r>
              <a:rPr lang="en-US" altLang="en-US" sz="2667" dirty="0">
                <a:solidFill>
                  <a:prstClr val="black"/>
                </a:solidFill>
                <a:ea typeface="ＭＳ Ｐゴシック" pitchFamily="49" charset="-128"/>
              </a:rPr>
              <a:t> </a:t>
            </a:r>
          </a:p>
        </p:txBody>
      </p:sp>
      <p:sp>
        <p:nvSpPr>
          <p:cNvPr id="7" name="Rectangle 6">
            <a:extLst>
              <a:ext uri="{FF2B5EF4-FFF2-40B4-BE49-F238E27FC236}">
                <a16:creationId xmlns:a16="http://schemas.microsoft.com/office/drawing/2014/main" id="{490D7EDD-7761-EA9F-677F-78DF8A3D197D}"/>
              </a:ext>
            </a:extLst>
          </p:cNvPr>
          <p:cNvSpPr/>
          <p:nvPr userDrawn="1"/>
        </p:nvSpPr>
        <p:spPr>
          <a:xfrm>
            <a:off x="6586072" y="0"/>
            <a:ext cx="4437528" cy="68580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48874705-4F3E-1514-0943-A9D975D6589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586072" y="1"/>
            <a:ext cx="4437528" cy="6857997"/>
          </a:xfrm>
          <a:prstGeom prst="rect">
            <a:avLst/>
          </a:prstGeom>
        </p:spPr>
      </p:pic>
    </p:spTree>
    <p:extLst>
      <p:ext uri="{BB962C8B-B14F-4D97-AF65-F5344CB8AC3E}">
        <p14:creationId xmlns:p14="http://schemas.microsoft.com/office/powerpoint/2010/main" val="26761458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emf"/></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5182E3-5A04-CC43-8555-51039DB0531C}"/>
              </a:ext>
            </a:extLst>
          </p:cNvPr>
          <p:cNvSpPr>
            <a:spLocks noGrp="1"/>
          </p:cNvSpPr>
          <p:nvPr>
            <p:ph type="title"/>
          </p:nvPr>
        </p:nvSpPr>
        <p:spPr>
          <a:xfrm>
            <a:off x="838200" y="871855"/>
            <a:ext cx="10515600" cy="88537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27C8597-D49C-414A-8184-209B74671376}"/>
              </a:ext>
            </a:extLst>
          </p:cNvPr>
          <p:cNvSpPr>
            <a:spLocks noGrp="1"/>
          </p:cNvSpPr>
          <p:nvPr>
            <p:ph type="body" idx="1"/>
          </p:nvPr>
        </p:nvSpPr>
        <p:spPr>
          <a:xfrm>
            <a:off x="838200" y="1821271"/>
            <a:ext cx="10515600" cy="435569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F107973-BEAF-394F-98D4-C792059C7F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fld id="{2C27AF5C-E769-854E-9366-CFB300545594}" type="datetimeFigureOut">
              <a:rPr lang="en-US" smtClean="0"/>
              <a:pPr/>
              <a:t>4/21/2026</a:t>
            </a:fld>
            <a:endParaRPr lang="en-US" dirty="0"/>
          </a:p>
        </p:txBody>
      </p:sp>
      <p:sp>
        <p:nvSpPr>
          <p:cNvPr id="5" name="Footer Placeholder 4">
            <a:extLst>
              <a:ext uri="{FF2B5EF4-FFF2-40B4-BE49-F238E27FC236}">
                <a16:creationId xmlns:a16="http://schemas.microsoft.com/office/drawing/2014/main" id="{0AD0381A-715D-724B-BA1F-D8B34F208B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Arial Narrow" panose="020B0604020202020204" pitchFamily="34" charset="0"/>
                <a:cs typeface="Arial Narrow" panose="020B0604020202020204" pitchFamily="34" charset="0"/>
              </a:defRPr>
            </a:lvl1pPr>
          </a:lstStyle>
          <a:p>
            <a:endParaRPr lang="en-US" dirty="0"/>
          </a:p>
        </p:txBody>
      </p:sp>
      <p:sp>
        <p:nvSpPr>
          <p:cNvPr id="6" name="Slide Number Placeholder 5">
            <a:extLst>
              <a:ext uri="{FF2B5EF4-FFF2-40B4-BE49-F238E27FC236}">
                <a16:creationId xmlns:a16="http://schemas.microsoft.com/office/drawing/2014/main" id="{8F7F5C57-BA20-F244-A088-FF242308CC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Arial Narrow" panose="020B0604020202020204" pitchFamily="34" charset="0"/>
                <a:cs typeface="Arial Narrow" panose="020B0604020202020204" pitchFamily="34" charset="0"/>
              </a:defRPr>
            </a:lvl1pPr>
          </a:lstStyle>
          <a:p>
            <a:fld id="{E3A0C57F-B058-D243-964D-9C9CB76F70FA}" type="slidenum">
              <a:rPr lang="en-US" smtClean="0"/>
              <a:pPr/>
              <a:t>‹#›</a:t>
            </a:fld>
            <a:endParaRPr lang="en-US" dirty="0"/>
          </a:p>
        </p:txBody>
      </p:sp>
      <p:sp>
        <p:nvSpPr>
          <p:cNvPr id="7" name="Rectangle 6">
            <a:extLst>
              <a:ext uri="{FF2B5EF4-FFF2-40B4-BE49-F238E27FC236}">
                <a16:creationId xmlns:a16="http://schemas.microsoft.com/office/drawing/2014/main" id="{44D6412D-A2CB-4C48-B6F1-A15FBF1A35B3}"/>
              </a:ext>
            </a:extLst>
          </p:cNvPr>
          <p:cNvSpPr/>
          <p:nvPr userDrawn="1"/>
        </p:nvSpPr>
        <p:spPr>
          <a:xfrm>
            <a:off x="0" y="-77561"/>
            <a:ext cx="12192000" cy="885372"/>
          </a:xfrm>
          <a:prstGeom prst="rect">
            <a:avLst/>
          </a:prstGeom>
          <a:solidFill>
            <a:srgbClr val="004432"/>
          </a:solidFill>
          <a:ln>
            <a:solidFill>
              <a:srgbClr val="00443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34C5BA78-CD77-C54D-BD48-B1C095D24E6F}"/>
              </a:ext>
            </a:extLst>
          </p:cNvPr>
          <p:cNvPicPr>
            <a:picLocks noChangeAspect="1"/>
          </p:cNvPicPr>
          <p:nvPr userDrawn="1"/>
        </p:nvPicPr>
        <p:blipFill>
          <a:blip r:embed="rId13"/>
          <a:srcRect/>
          <a:stretch/>
        </p:blipFill>
        <p:spPr>
          <a:xfrm>
            <a:off x="292337" y="79560"/>
            <a:ext cx="3194765" cy="615858"/>
          </a:xfrm>
          <a:prstGeom prst="rect">
            <a:avLst/>
          </a:prstGeom>
        </p:spPr>
      </p:pic>
      <p:pic>
        <p:nvPicPr>
          <p:cNvPr id="11" name="Picture 10">
            <a:extLst>
              <a:ext uri="{FF2B5EF4-FFF2-40B4-BE49-F238E27FC236}">
                <a16:creationId xmlns:a16="http://schemas.microsoft.com/office/drawing/2014/main" id="{A42C44B9-AF1C-B443-8283-6F717F98FC70}"/>
              </a:ext>
            </a:extLst>
          </p:cNvPr>
          <p:cNvPicPr>
            <a:picLocks noChangeAspect="1"/>
          </p:cNvPicPr>
          <p:nvPr userDrawn="1"/>
        </p:nvPicPr>
        <p:blipFill>
          <a:blip r:embed="rId14"/>
          <a:stretch>
            <a:fillRect/>
          </a:stretch>
        </p:blipFill>
        <p:spPr>
          <a:xfrm>
            <a:off x="11163300" y="142875"/>
            <a:ext cx="381000" cy="444500"/>
          </a:xfrm>
          <a:prstGeom prst="rect">
            <a:avLst/>
          </a:prstGeom>
        </p:spPr>
      </p:pic>
    </p:spTree>
    <p:extLst>
      <p:ext uri="{BB962C8B-B14F-4D97-AF65-F5344CB8AC3E}">
        <p14:creationId xmlns:p14="http://schemas.microsoft.com/office/powerpoint/2010/main" val="6041253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000" b="1" i="0" kern="1200">
          <a:solidFill>
            <a:srgbClr val="004432"/>
          </a:solidFill>
          <a:latin typeface="Arial Narrow" panose="020B0604020202020204" pitchFamily="34" charset="0"/>
          <a:ea typeface="+mj-ea"/>
          <a:cs typeface="Arial Narrow"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rial Narrow" panose="020B0604020202020204" pitchFamily="34" charset="0"/>
          <a:ea typeface="+mn-ea"/>
          <a:cs typeface="Arial Narrow"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rial Narrow" panose="020B0604020202020204" pitchFamily="34" charset="0"/>
          <a:ea typeface="+mn-ea"/>
          <a:cs typeface="Arial Narrow"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Narrow" panose="020B0604020202020204" pitchFamily="34" charset="0"/>
          <a:ea typeface="+mn-ea"/>
          <a:cs typeface="Arial Narrow"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Narrow" panose="020B0604020202020204" pitchFamily="34" charset="0"/>
          <a:ea typeface="+mn-ea"/>
          <a:cs typeface="Arial Narrow"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Narrow" panose="020B0604020202020204" pitchFamily="34" charset="0"/>
          <a:ea typeface="+mn-ea"/>
          <a:cs typeface="Arial Narrow"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1EA052-3A83-324E-AA01-C875A0ABBDB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92D8DA9-E931-1B45-87A6-BAB0031C8B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E042F5-C6AA-2040-AE4A-0FB8A9CCA3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EE839D-7CCE-9840-95D3-6D899AFBC58D}" type="datetimeFigureOut">
              <a:rPr lang="en-US" smtClean="0"/>
              <a:t>4/21/2026</a:t>
            </a:fld>
            <a:endParaRPr lang="en-US"/>
          </a:p>
        </p:txBody>
      </p:sp>
      <p:sp>
        <p:nvSpPr>
          <p:cNvPr id="5" name="Footer Placeholder 4">
            <a:extLst>
              <a:ext uri="{FF2B5EF4-FFF2-40B4-BE49-F238E27FC236}">
                <a16:creationId xmlns:a16="http://schemas.microsoft.com/office/drawing/2014/main" id="{DC84E3EC-316A-3647-B282-F4CC3362A5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E293C36-1C96-DC42-9493-DB38C9B561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CC3C47-2DC9-8E4B-9E00-27C72FB74A7D}" type="slidenum">
              <a:rPr lang="en-US" smtClean="0"/>
              <a:t>‹#›</a:t>
            </a:fld>
            <a:endParaRPr lang="en-US"/>
          </a:p>
        </p:txBody>
      </p:sp>
    </p:spTree>
    <p:extLst>
      <p:ext uri="{BB962C8B-B14F-4D97-AF65-F5344CB8AC3E}">
        <p14:creationId xmlns:p14="http://schemas.microsoft.com/office/powerpoint/2010/main" val="3462452851"/>
      </p:ext>
    </p:extLst>
  </p:cSld>
  <p:clrMap bg1="lt1" tx1="dk1" bg2="lt2" tx2="dk2" accent1="accent1" accent2="accent2" accent3="accent3" accent4="accent4" accent5="accent5" accent6="accent6" hlink="hlink" folHlink="folHlink"/>
  <p:sldLayoutIdLst>
    <p:sldLayoutId id="2147483667" r:id="rId1"/>
    <p:sldLayoutId id="2147483668"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99CCFF"/>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609600" y="6356352"/>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595959"/>
                </a:solidFill>
              </a:defRPr>
            </a:lvl1pPr>
          </a:lstStyle>
          <a:p>
            <a:fld id="{6D35787B-394C-4586-8AB4-0A1267CADCB9}" type="datetime1">
              <a:rPr lang="en-US" altLang="en-US">
                <a:latin typeface="Arial" pitchFamily="34" charset="0"/>
                <a:ea typeface="ＭＳ Ｐゴシック" pitchFamily="34" charset="-128"/>
              </a:rPr>
              <a:pPr/>
              <a:t>4/21/2026</a:t>
            </a:fld>
            <a:endParaRPr lang="en-US" altLang="en-US" dirty="0">
              <a:latin typeface="Arial" pitchFamily="34" charset="0"/>
              <a:ea typeface="ＭＳ Ｐゴシック" pitchFamily="34" charset="-128"/>
            </a:endParaRPr>
          </a:p>
        </p:txBody>
      </p:sp>
      <p:sp>
        <p:nvSpPr>
          <p:cNvPr id="5" name="Footer Placeholder 4"/>
          <p:cNvSpPr>
            <a:spLocks noGrp="1"/>
          </p:cNvSpPr>
          <p:nvPr>
            <p:ph type="ftr" sz="quarter" idx="3"/>
          </p:nvPr>
        </p:nvSpPr>
        <p:spPr>
          <a:xfrm>
            <a:off x="4165600" y="6356352"/>
            <a:ext cx="3860800" cy="365125"/>
          </a:xfrm>
          <a:prstGeom prst="rect">
            <a:avLst/>
          </a:prstGeom>
        </p:spPr>
        <p:txBody>
          <a:bodyPr vert="horz" lIns="91440" tIns="45720" rIns="91440" bIns="45720" rtlCol="0" anchor="ctr"/>
          <a:lstStyle>
            <a:lvl1pPr algn="ctr" fontAlgn="auto">
              <a:spcBef>
                <a:spcPts val="0"/>
              </a:spcBef>
              <a:spcAft>
                <a:spcPts val="0"/>
              </a:spcAft>
              <a:defRPr sz="1200" baseline="0">
                <a:solidFill>
                  <a:schemeClr val="tx1">
                    <a:lumMod val="65000"/>
                    <a:lumOff val="35000"/>
                  </a:schemeClr>
                </a:solidFill>
                <a:latin typeface="Arial" pitchFamily="34" charset="0"/>
                <a:ea typeface="+mn-ea"/>
                <a:cs typeface="+mn-cs"/>
              </a:defRPr>
            </a:lvl1pPr>
          </a:lstStyle>
          <a:p>
            <a:pPr>
              <a:defRPr/>
            </a:pPr>
            <a:r>
              <a:rPr lang="en-US" dirty="0">
                <a:solidFill>
                  <a:prstClr val="black">
                    <a:lumMod val="65000"/>
                    <a:lumOff val="35000"/>
                  </a:prstClr>
                </a:solidFill>
              </a:rPr>
              <a:t>Footer</a:t>
            </a:r>
          </a:p>
        </p:txBody>
      </p:sp>
      <p:sp>
        <p:nvSpPr>
          <p:cNvPr id="6" name="Slide Number Placeholder 5"/>
          <p:cNvSpPr>
            <a:spLocks noGrp="1"/>
          </p:cNvSpPr>
          <p:nvPr>
            <p:ph type="sldNum" sz="quarter" idx="4"/>
          </p:nvPr>
        </p:nvSpPr>
        <p:spPr>
          <a:xfrm>
            <a:off x="8737600" y="6356352"/>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595959"/>
                </a:solidFill>
              </a:defRPr>
            </a:lvl1pPr>
          </a:lstStyle>
          <a:p>
            <a:fld id="{4E1CDFDF-BA47-4BFE-AF8D-D4632E3484C4}" type="slidenum">
              <a:rPr lang="en-US" altLang="en-US">
                <a:latin typeface="Arial" pitchFamily="34" charset="0"/>
                <a:ea typeface="ＭＳ Ｐゴシック" pitchFamily="34" charset="-128"/>
              </a:rPr>
              <a:pPr/>
              <a:t>‹#›</a:t>
            </a:fld>
            <a:endParaRPr lang="en-US" altLang="en-US" dirty="0">
              <a:latin typeface="Arial" pitchFamily="34" charset="0"/>
              <a:ea typeface="ＭＳ Ｐゴシック" pitchFamily="34" charset="-128"/>
            </a:endParaRPr>
          </a:p>
        </p:txBody>
      </p:sp>
    </p:spTree>
    <p:extLst>
      <p:ext uri="{BB962C8B-B14F-4D97-AF65-F5344CB8AC3E}">
        <p14:creationId xmlns:p14="http://schemas.microsoft.com/office/powerpoint/2010/main" val="3804268226"/>
      </p:ext>
    </p:extLst>
  </p:cSld>
  <p:clrMap bg1="lt1" tx1="dk1" bg2="lt2" tx2="dk2" accent1="accent1" accent2="accent2" accent3="accent3" accent4="accent4" accent5="accent5" accent6="accent6" hlink="hlink" folHlink="folHlink"/>
  <p:sldLayoutIdLst>
    <p:sldLayoutId id="2147483670" r:id="rId1"/>
  </p:sldLayoutIdLst>
  <p:txStyles>
    <p:titleStyle>
      <a:lvl1pPr algn="ctr" defTabSz="457189" rtl="0" eaLnBrk="0" fontAlgn="base" hangingPunct="0">
        <a:spcBef>
          <a:spcPct val="0"/>
        </a:spcBef>
        <a:spcAft>
          <a:spcPct val="0"/>
        </a:spcAft>
        <a:defRPr sz="4400" kern="1200">
          <a:solidFill>
            <a:schemeClr val="tx1"/>
          </a:solidFill>
          <a:latin typeface="Gotham Book"/>
          <a:ea typeface="ＭＳ Ｐゴシック" charset="-128"/>
          <a:cs typeface="ＭＳ Ｐゴシック" charset="-128"/>
        </a:defRPr>
      </a:lvl1pPr>
      <a:lvl2pPr algn="ctr" defTabSz="457189" rtl="0" eaLnBrk="0" fontAlgn="base" hangingPunct="0">
        <a:spcBef>
          <a:spcPct val="0"/>
        </a:spcBef>
        <a:spcAft>
          <a:spcPct val="0"/>
        </a:spcAft>
        <a:defRPr sz="4400">
          <a:solidFill>
            <a:schemeClr val="tx1"/>
          </a:solidFill>
          <a:latin typeface="Gotham Book" charset="0"/>
          <a:ea typeface="ＭＳ Ｐゴシック" charset="-128"/>
          <a:cs typeface="ＭＳ Ｐゴシック" charset="-128"/>
        </a:defRPr>
      </a:lvl2pPr>
      <a:lvl3pPr algn="ctr" defTabSz="457189" rtl="0" eaLnBrk="0" fontAlgn="base" hangingPunct="0">
        <a:spcBef>
          <a:spcPct val="0"/>
        </a:spcBef>
        <a:spcAft>
          <a:spcPct val="0"/>
        </a:spcAft>
        <a:defRPr sz="4400">
          <a:solidFill>
            <a:schemeClr val="tx1"/>
          </a:solidFill>
          <a:latin typeface="Gotham Book" charset="0"/>
          <a:ea typeface="ＭＳ Ｐゴシック" charset="-128"/>
          <a:cs typeface="ＭＳ Ｐゴシック" charset="-128"/>
        </a:defRPr>
      </a:lvl3pPr>
      <a:lvl4pPr algn="ctr" defTabSz="457189" rtl="0" eaLnBrk="0" fontAlgn="base" hangingPunct="0">
        <a:spcBef>
          <a:spcPct val="0"/>
        </a:spcBef>
        <a:spcAft>
          <a:spcPct val="0"/>
        </a:spcAft>
        <a:defRPr sz="4400">
          <a:solidFill>
            <a:schemeClr val="tx1"/>
          </a:solidFill>
          <a:latin typeface="Gotham Book" charset="0"/>
          <a:ea typeface="ＭＳ Ｐゴシック" charset="-128"/>
          <a:cs typeface="ＭＳ Ｐゴシック" charset="-128"/>
        </a:defRPr>
      </a:lvl4pPr>
      <a:lvl5pPr algn="ctr" defTabSz="457189" rtl="0" eaLnBrk="0" fontAlgn="base" hangingPunct="0">
        <a:spcBef>
          <a:spcPct val="0"/>
        </a:spcBef>
        <a:spcAft>
          <a:spcPct val="0"/>
        </a:spcAft>
        <a:defRPr sz="4400">
          <a:solidFill>
            <a:schemeClr val="tx1"/>
          </a:solidFill>
          <a:latin typeface="Gotham Book" charset="0"/>
          <a:ea typeface="ＭＳ Ｐゴシック" charset="-128"/>
          <a:cs typeface="ＭＳ Ｐゴシック" charset="-128"/>
        </a:defRPr>
      </a:lvl5pPr>
      <a:lvl6pPr marL="457189" algn="ctr" defTabSz="457189" rtl="0" eaLnBrk="1" fontAlgn="base" hangingPunct="1">
        <a:spcBef>
          <a:spcPct val="0"/>
        </a:spcBef>
        <a:spcAft>
          <a:spcPct val="0"/>
        </a:spcAft>
        <a:defRPr sz="4400">
          <a:solidFill>
            <a:schemeClr val="tx1"/>
          </a:solidFill>
          <a:latin typeface="Gotham Book" charset="0"/>
          <a:ea typeface="ＭＳ Ｐゴシック" charset="-128"/>
          <a:cs typeface="ＭＳ Ｐゴシック" charset="-128"/>
        </a:defRPr>
      </a:lvl6pPr>
      <a:lvl7pPr marL="914377" algn="ctr" defTabSz="457189" rtl="0" eaLnBrk="1" fontAlgn="base" hangingPunct="1">
        <a:spcBef>
          <a:spcPct val="0"/>
        </a:spcBef>
        <a:spcAft>
          <a:spcPct val="0"/>
        </a:spcAft>
        <a:defRPr sz="4400">
          <a:solidFill>
            <a:schemeClr val="tx1"/>
          </a:solidFill>
          <a:latin typeface="Gotham Book" charset="0"/>
          <a:ea typeface="ＭＳ Ｐゴシック" charset="-128"/>
          <a:cs typeface="ＭＳ Ｐゴシック" charset="-128"/>
        </a:defRPr>
      </a:lvl7pPr>
      <a:lvl8pPr marL="1371566" algn="ctr" defTabSz="457189" rtl="0" eaLnBrk="1" fontAlgn="base" hangingPunct="1">
        <a:spcBef>
          <a:spcPct val="0"/>
        </a:spcBef>
        <a:spcAft>
          <a:spcPct val="0"/>
        </a:spcAft>
        <a:defRPr sz="4400">
          <a:solidFill>
            <a:schemeClr val="tx1"/>
          </a:solidFill>
          <a:latin typeface="Gotham Book" charset="0"/>
          <a:ea typeface="ＭＳ Ｐゴシック" charset="-128"/>
          <a:cs typeface="ＭＳ Ｐゴシック" charset="-128"/>
        </a:defRPr>
      </a:lvl8pPr>
      <a:lvl9pPr marL="1828754" algn="ctr" defTabSz="457189" rtl="0" eaLnBrk="1" fontAlgn="base" hangingPunct="1">
        <a:spcBef>
          <a:spcPct val="0"/>
        </a:spcBef>
        <a:spcAft>
          <a:spcPct val="0"/>
        </a:spcAft>
        <a:defRPr sz="4400">
          <a:solidFill>
            <a:schemeClr val="tx1"/>
          </a:solidFill>
          <a:latin typeface="Gotham Book" charset="0"/>
          <a:ea typeface="ＭＳ Ｐゴシック" charset="-128"/>
          <a:cs typeface="ＭＳ Ｐゴシック" charset="-128"/>
        </a:defRPr>
      </a:lvl9pPr>
    </p:titleStyle>
    <p:bodyStyle>
      <a:lvl1pPr marL="342891" indent="-342891" algn="l" defTabSz="457189" rtl="0" eaLnBrk="0" fontAlgn="base" hangingPunct="0">
        <a:spcBef>
          <a:spcPct val="20000"/>
        </a:spcBef>
        <a:spcAft>
          <a:spcPct val="0"/>
        </a:spcAft>
        <a:buFont typeface="Arial" pitchFamily="34" charset="0"/>
        <a:buChar char="•"/>
        <a:defRPr sz="3200" kern="1200">
          <a:solidFill>
            <a:schemeClr val="tx1"/>
          </a:solidFill>
          <a:latin typeface="Gotham Book"/>
          <a:ea typeface="ＭＳ Ｐゴシック" charset="-128"/>
          <a:cs typeface="ＭＳ Ｐゴシック" charset="-128"/>
        </a:defRPr>
      </a:lvl1pPr>
      <a:lvl2pPr marL="742932" indent="-285744" algn="l" defTabSz="457189" rtl="0" eaLnBrk="0" fontAlgn="base" hangingPunct="0">
        <a:spcBef>
          <a:spcPct val="20000"/>
        </a:spcBef>
        <a:spcAft>
          <a:spcPct val="0"/>
        </a:spcAft>
        <a:buFont typeface="Arial" pitchFamily="34" charset="0"/>
        <a:buChar char="–"/>
        <a:defRPr sz="2800" kern="1200">
          <a:solidFill>
            <a:schemeClr val="tx1"/>
          </a:solidFill>
          <a:latin typeface="Gotham Book"/>
          <a:ea typeface="ＭＳ Ｐゴシック" charset="-128"/>
          <a:cs typeface="+mn-cs"/>
        </a:defRPr>
      </a:lvl2pPr>
      <a:lvl3pPr marL="1142971" indent="-228594" algn="l" defTabSz="457189" rtl="0" eaLnBrk="0" fontAlgn="base" hangingPunct="0">
        <a:spcBef>
          <a:spcPct val="20000"/>
        </a:spcBef>
        <a:spcAft>
          <a:spcPct val="0"/>
        </a:spcAft>
        <a:buFont typeface="Arial" pitchFamily="34" charset="0"/>
        <a:buChar char="•"/>
        <a:defRPr sz="2400" kern="1200">
          <a:solidFill>
            <a:schemeClr val="tx1"/>
          </a:solidFill>
          <a:latin typeface="Gotham Book"/>
          <a:ea typeface="ＭＳ Ｐゴシック" charset="-128"/>
          <a:cs typeface="+mn-cs"/>
        </a:defRPr>
      </a:lvl3pPr>
      <a:lvl4pPr marL="1600160" indent="-228594" algn="l" defTabSz="457189" rtl="0" eaLnBrk="0" fontAlgn="base" hangingPunct="0">
        <a:spcBef>
          <a:spcPct val="20000"/>
        </a:spcBef>
        <a:spcAft>
          <a:spcPct val="0"/>
        </a:spcAft>
        <a:buFont typeface="Arial" pitchFamily="34" charset="0"/>
        <a:buChar char="–"/>
        <a:defRPr sz="2000" kern="1200">
          <a:solidFill>
            <a:schemeClr val="tx1"/>
          </a:solidFill>
          <a:latin typeface="Gotham Book"/>
          <a:ea typeface="ＭＳ Ｐゴシック" charset="-128"/>
          <a:cs typeface="+mn-cs"/>
        </a:defRPr>
      </a:lvl4pPr>
      <a:lvl5pPr marL="2057349" indent="-228594" algn="l" defTabSz="457189" rtl="0" eaLnBrk="0" fontAlgn="base" hangingPunct="0">
        <a:spcBef>
          <a:spcPct val="20000"/>
        </a:spcBef>
        <a:spcAft>
          <a:spcPct val="0"/>
        </a:spcAft>
        <a:buFont typeface="Arial" pitchFamily="34" charset="0"/>
        <a:buChar char="»"/>
        <a:defRPr sz="2000" kern="1200">
          <a:solidFill>
            <a:schemeClr val="tx1"/>
          </a:solidFill>
          <a:latin typeface="Gotham Book"/>
          <a:ea typeface="ＭＳ Ｐゴシック" charset="-128"/>
          <a:cs typeface="+mn-cs"/>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customXml" Target="../ink/ink1.xml"/><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D0E5331-410D-2148-AFE5-515C96762236}"/>
              </a:ext>
            </a:extLst>
          </p:cNvPr>
          <p:cNvSpPr>
            <a:spLocks noGrp="1"/>
          </p:cNvSpPr>
          <p:nvPr>
            <p:ph type="ctrTitle"/>
          </p:nvPr>
        </p:nvSpPr>
        <p:spPr>
          <a:xfrm>
            <a:off x="1524000" y="2377273"/>
            <a:ext cx="9144000" cy="2387600"/>
          </a:xfrm>
        </p:spPr>
        <p:txBody>
          <a:bodyPr>
            <a:normAutofit fontScale="90000"/>
          </a:bodyPr>
          <a:lstStyle/>
          <a:p>
            <a:r>
              <a:rPr lang="en-US" dirty="0"/>
              <a:t>STT 461: Final Report</a:t>
            </a:r>
            <a:br>
              <a:rPr lang="en-US" dirty="0"/>
            </a:br>
            <a:br>
              <a:rPr lang="en-US" dirty="0"/>
            </a:br>
            <a:r>
              <a:rPr lang="en-US" dirty="0" err="1"/>
              <a:t>Minne“soda</a:t>
            </a:r>
            <a:r>
              <a:rPr lang="en-US" dirty="0"/>
              <a:t>”-</a:t>
            </a:r>
            <a:br>
              <a:rPr lang="en-US" dirty="0"/>
            </a:br>
            <a:r>
              <a:rPr lang="en-US" dirty="0"/>
              <a:t>An analysis of Convenience Store Data </a:t>
            </a:r>
            <a:br>
              <a:rPr lang="en-US" dirty="0"/>
            </a:br>
            <a:r>
              <a:rPr lang="en-US" dirty="0"/>
              <a:t>and Subgroup Trends on Health</a:t>
            </a:r>
          </a:p>
        </p:txBody>
      </p:sp>
      <p:sp>
        <p:nvSpPr>
          <p:cNvPr id="5" name="Subtitle 4">
            <a:extLst>
              <a:ext uri="{FF2B5EF4-FFF2-40B4-BE49-F238E27FC236}">
                <a16:creationId xmlns:a16="http://schemas.microsoft.com/office/drawing/2014/main" id="{8FDFE1D3-D0D8-3A47-A033-A080B67EBDE5}"/>
              </a:ext>
            </a:extLst>
          </p:cNvPr>
          <p:cNvSpPr>
            <a:spLocks noGrp="1"/>
          </p:cNvSpPr>
          <p:nvPr>
            <p:ph type="subTitle" idx="1"/>
          </p:nvPr>
        </p:nvSpPr>
        <p:spPr>
          <a:xfrm>
            <a:off x="1524000" y="4916481"/>
            <a:ext cx="9144000" cy="1655762"/>
          </a:xfrm>
        </p:spPr>
        <p:txBody>
          <a:bodyPr/>
          <a:lstStyle/>
          <a:p>
            <a:r>
              <a:rPr lang="en-US" dirty="0"/>
              <a:t>Prepared by Megan Halpin &amp; Sophie S</a:t>
            </a:r>
          </a:p>
        </p:txBody>
      </p:sp>
      <p:pic>
        <p:nvPicPr>
          <p:cNvPr id="3" name="Picture 2">
            <a:extLst>
              <a:ext uri="{FF2B5EF4-FFF2-40B4-BE49-F238E27FC236}">
                <a16:creationId xmlns:a16="http://schemas.microsoft.com/office/drawing/2014/main" id="{0552A332-2E3D-8A46-5ECC-313CC956EF2B}"/>
              </a:ext>
            </a:extLst>
          </p:cNvPr>
          <p:cNvPicPr>
            <a:picLocks noChangeAspect="1"/>
          </p:cNvPicPr>
          <p:nvPr/>
        </p:nvPicPr>
        <p:blipFill>
          <a:blip r:embed="rId2"/>
          <a:stretch>
            <a:fillRect/>
          </a:stretch>
        </p:blipFill>
        <p:spPr>
          <a:xfrm>
            <a:off x="2161263" y="199275"/>
            <a:ext cx="2762636" cy="438211"/>
          </a:xfrm>
          <a:prstGeom prst="rect">
            <a:avLst/>
          </a:prstGeom>
        </p:spPr>
      </p:pic>
    </p:spTree>
    <p:extLst>
      <p:ext uri="{BB962C8B-B14F-4D97-AF65-F5344CB8AC3E}">
        <p14:creationId xmlns:p14="http://schemas.microsoft.com/office/powerpoint/2010/main" val="36656172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1D767-0BFB-A603-3BC3-9C5E9D08A1F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9D78259-B8B3-AFFA-76BC-C876A41DAE0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124635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C15C11D-8A3B-7F4E-BE8A-442B2F310440}"/>
              </a:ext>
            </a:extLst>
          </p:cNvPr>
          <p:cNvSpPr>
            <a:spLocks noGrp="1"/>
          </p:cNvSpPr>
          <p:nvPr>
            <p:ph type="title"/>
          </p:nvPr>
        </p:nvSpPr>
        <p:spPr/>
        <p:txBody>
          <a:bodyPr/>
          <a:lstStyle/>
          <a:p>
            <a:r>
              <a:rPr lang="en-US" i="1" dirty="0"/>
              <a:t>WHY</a:t>
            </a:r>
            <a:r>
              <a:rPr lang="en-US" dirty="0"/>
              <a:t> Minnesota?</a:t>
            </a:r>
          </a:p>
        </p:txBody>
      </p:sp>
      <p:sp>
        <p:nvSpPr>
          <p:cNvPr id="7" name="Content Placeholder 6">
            <a:extLst>
              <a:ext uri="{FF2B5EF4-FFF2-40B4-BE49-F238E27FC236}">
                <a16:creationId xmlns:a16="http://schemas.microsoft.com/office/drawing/2014/main" id="{1F26E53C-3739-544F-B78C-F914DB7FD23D}"/>
              </a:ext>
            </a:extLst>
          </p:cNvPr>
          <p:cNvSpPr>
            <a:spLocks noGrp="1"/>
          </p:cNvSpPr>
          <p:nvPr>
            <p:ph idx="1"/>
          </p:nvPr>
        </p:nvSpPr>
        <p:spPr/>
        <p:txBody>
          <a:bodyPr/>
          <a:lstStyle/>
          <a:p>
            <a:r>
              <a:rPr lang="en-US" dirty="0"/>
              <a:t> Staple Foods Ordinance </a:t>
            </a:r>
          </a:p>
          <a:p>
            <a:pPr lvl="1"/>
            <a:r>
              <a:rPr lang="en-US" dirty="0"/>
              <a:t>2014</a:t>
            </a:r>
          </a:p>
          <a:p>
            <a:pPr lvl="1"/>
            <a:r>
              <a:rPr lang="en-US" dirty="0"/>
              <a:t>2015-2017</a:t>
            </a:r>
          </a:p>
          <a:p>
            <a:pPr lvl="1"/>
            <a:endParaRPr lang="en-US" dirty="0"/>
          </a:p>
          <a:p>
            <a:r>
              <a:rPr lang="en-US" dirty="0"/>
              <a:t>United States Obesity Rate</a:t>
            </a:r>
          </a:p>
          <a:p>
            <a:r>
              <a:rPr lang="en-US" dirty="0"/>
              <a:t>Global Impact</a:t>
            </a:r>
          </a:p>
          <a:p>
            <a:r>
              <a:rPr lang="en-US" dirty="0"/>
              <a:t>Convenience Store Growth</a:t>
            </a:r>
          </a:p>
          <a:p>
            <a:pPr lvl="1"/>
            <a:r>
              <a:rPr lang="en-US" dirty="0"/>
              <a:t>2035</a:t>
            </a:r>
          </a:p>
        </p:txBody>
      </p:sp>
      <p:pic>
        <p:nvPicPr>
          <p:cNvPr id="2" name="Picture 1">
            <a:extLst>
              <a:ext uri="{FF2B5EF4-FFF2-40B4-BE49-F238E27FC236}">
                <a16:creationId xmlns:a16="http://schemas.microsoft.com/office/drawing/2014/main" id="{59CB557B-C63D-2889-7499-F22C16BAF43D}"/>
              </a:ext>
            </a:extLst>
          </p:cNvPr>
          <p:cNvPicPr>
            <a:picLocks noChangeAspect="1"/>
          </p:cNvPicPr>
          <p:nvPr/>
        </p:nvPicPr>
        <p:blipFill>
          <a:blip r:embed="rId2"/>
          <a:stretch>
            <a:fillRect/>
          </a:stretch>
        </p:blipFill>
        <p:spPr>
          <a:xfrm>
            <a:off x="2161263" y="199275"/>
            <a:ext cx="2762636" cy="438211"/>
          </a:xfrm>
          <a:prstGeom prst="rect">
            <a:avLst/>
          </a:prstGeom>
        </p:spPr>
      </p:pic>
      <p:sp>
        <p:nvSpPr>
          <p:cNvPr id="3" name="AutoShape 2" descr="Color-coded U.S. map showing prevalence of self-reported obesity among adults by state and territory. See map details in table below.">
            <a:extLst>
              <a:ext uri="{FF2B5EF4-FFF2-40B4-BE49-F238E27FC236}">
                <a16:creationId xmlns:a16="http://schemas.microsoft.com/office/drawing/2014/main" id="{2C1DA82B-DE32-B05F-DDD3-EC78986E635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93A07527-1BB5-FE92-BD18-9B69983051E1}"/>
              </a:ext>
            </a:extLst>
          </p:cNvPr>
          <p:cNvPicPr>
            <a:picLocks noChangeAspect="1"/>
          </p:cNvPicPr>
          <p:nvPr/>
        </p:nvPicPr>
        <p:blipFill>
          <a:blip r:embed="rId3"/>
          <a:srcRect l="9820" r="8686" b="3805"/>
          <a:stretch>
            <a:fillRect/>
          </a:stretch>
        </p:blipFill>
        <p:spPr>
          <a:xfrm>
            <a:off x="4923899" y="1162227"/>
            <a:ext cx="7204738" cy="4823918"/>
          </a:xfrm>
          <a:prstGeom prst="rect">
            <a:avLst/>
          </a:prstGeom>
        </p:spPr>
      </p:pic>
      <p:pic>
        <p:nvPicPr>
          <p:cNvPr id="1036" name="Picture 12">
            <a:extLst>
              <a:ext uri="{FF2B5EF4-FFF2-40B4-BE49-F238E27FC236}">
                <a16:creationId xmlns:a16="http://schemas.microsoft.com/office/drawing/2014/main" id="{83D1BC32-20B4-062E-C251-49932AC136D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1269" t="17936" r="30318" b="16349"/>
          <a:stretch>
            <a:fillRect/>
          </a:stretch>
        </p:blipFill>
        <p:spPr bwMode="auto">
          <a:xfrm>
            <a:off x="3514161" y="5213259"/>
            <a:ext cx="903567" cy="154577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2">
            <a:extLst>
              <a:ext uri="{FF2B5EF4-FFF2-40B4-BE49-F238E27FC236}">
                <a16:creationId xmlns:a16="http://schemas.microsoft.com/office/drawing/2014/main" id="{23B28E4A-AEC6-C1EC-89FB-121B69E163A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1269" t="17936" r="30318" b="16349"/>
          <a:stretch>
            <a:fillRect/>
          </a:stretch>
        </p:blipFill>
        <p:spPr bwMode="auto">
          <a:xfrm>
            <a:off x="1542054" y="5213259"/>
            <a:ext cx="903567" cy="154577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2">
            <a:extLst>
              <a:ext uri="{FF2B5EF4-FFF2-40B4-BE49-F238E27FC236}">
                <a16:creationId xmlns:a16="http://schemas.microsoft.com/office/drawing/2014/main" id="{4B34AFB9-A37E-33A0-A9F5-61BB193A286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1269" t="17936" r="30318" b="16349"/>
          <a:stretch>
            <a:fillRect/>
          </a:stretch>
        </p:blipFill>
        <p:spPr bwMode="auto">
          <a:xfrm>
            <a:off x="645775" y="5213259"/>
            <a:ext cx="903567" cy="154577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2">
            <a:extLst>
              <a:ext uri="{FF2B5EF4-FFF2-40B4-BE49-F238E27FC236}">
                <a16:creationId xmlns:a16="http://schemas.microsoft.com/office/drawing/2014/main" id="{DFBCB014-1F48-3375-573B-7197F9710F34}"/>
              </a:ext>
            </a:extLst>
          </p:cNvPr>
          <p:cNvPicPr>
            <a:picLocks noChangeAspect="1" noChangeArrowheads="1"/>
          </p:cNvPicPr>
          <p:nvPr/>
        </p:nvPicPr>
        <p:blipFill rotWithShape="1">
          <a:blip r:embed="rId4">
            <a:duotone>
              <a:schemeClr val="accent2">
                <a:shade val="45000"/>
                <a:satMod val="135000"/>
              </a:schemeClr>
              <a:prstClr val="white"/>
            </a:duotone>
            <a:extLst>
              <a:ext uri="{28A0092B-C50C-407E-A947-70E740481C1C}">
                <a14:useLocalDpi xmlns:a14="http://schemas.microsoft.com/office/drawing/2010/main" val="0"/>
              </a:ext>
            </a:extLst>
          </a:blip>
          <a:srcRect l="31269" t="17936" r="30318" b="16349"/>
          <a:stretch>
            <a:fillRect/>
          </a:stretch>
        </p:blipFill>
        <p:spPr bwMode="auto">
          <a:xfrm>
            <a:off x="2500008" y="5213259"/>
            <a:ext cx="903567" cy="154577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EAF6E57D-4D5E-198B-E8F1-C8E229A9DA0A}"/>
                  </a:ext>
                </a:extLst>
              </p14:cNvPr>
              <p14:cNvContentPartPr/>
              <p14:nvPr/>
            </p14:nvContentPartPr>
            <p14:xfrm>
              <a:off x="8105943" y="1750925"/>
              <a:ext cx="786960" cy="744120"/>
            </p14:xfrm>
          </p:contentPart>
        </mc:Choice>
        <mc:Fallback>
          <p:pic>
            <p:nvPicPr>
              <p:cNvPr id="4" name="Ink 3">
                <a:extLst>
                  <a:ext uri="{FF2B5EF4-FFF2-40B4-BE49-F238E27FC236}">
                    <a16:creationId xmlns:a16="http://schemas.microsoft.com/office/drawing/2014/main" id="{EAF6E57D-4D5E-198B-E8F1-C8E229A9DA0A}"/>
                  </a:ext>
                </a:extLst>
              </p:cNvPr>
              <p:cNvPicPr/>
              <p:nvPr/>
            </p:nvPicPr>
            <p:blipFill>
              <a:blip r:embed="rId6"/>
              <a:stretch>
                <a:fillRect/>
              </a:stretch>
            </p:blipFill>
            <p:spPr>
              <a:xfrm>
                <a:off x="8087943" y="1733285"/>
                <a:ext cx="822600" cy="779760"/>
              </a:xfrm>
              <a:prstGeom prst="rect">
                <a:avLst/>
              </a:prstGeom>
            </p:spPr>
          </p:pic>
        </mc:Fallback>
      </mc:AlternateContent>
    </p:spTree>
    <p:extLst>
      <p:ext uri="{BB962C8B-B14F-4D97-AF65-F5344CB8AC3E}">
        <p14:creationId xmlns:p14="http://schemas.microsoft.com/office/powerpoint/2010/main" val="3715408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7C92F-0C6F-2B7D-4DF2-5F2E4FD199E1}"/>
              </a:ext>
            </a:extLst>
          </p:cNvPr>
          <p:cNvSpPr>
            <a:spLocks noGrp="1"/>
          </p:cNvSpPr>
          <p:nvPr>
            <p:ph type="title"/>
          </p:nvPr>
        </p:nvSpPr>
        <p:spPr/>
        <p:txBody>
          <a:bodyPr/>
          <a:lstStyle/>
          <a:p>
            <a:r>
              <a:rPr lang="en-US" dirty="0"/>
              <a:t>HEI Background Information</a:t>
            </a:r>
          </a:p>
        </p:txBody>
      </p:sp>
      <p:sp>
        <p:nvSpPr>
          <p:cNvPr id="3" name="Content Placeholder 2">
            <a:extLst>
              <a:ext uri="{FF2B5EF4-FFF2-40B4-BE49-F238E27FC236}">
                <a16:creationId xmlns:a16="http://schemas.microsoft.com/office/drawing/2014/main" id="{D620908D-94F1-BF57-6155-D867BFC8E6C2}"/>
              </a:ext>
            </a:extLst>
          </p:cNvPr>
          <p:cNvSpPr>
            <a:spLocks noGrp="1"/>
          </p:cNvSpPr>
          <p:nvPr>
            <p:ph idx="1"/>
          </p:nvPr>
        </p:nvSpPr>
        <p:spPr/>
        <p:txBody>
          <a:bodyPr/>
          <a:lstStyle/>
          <a:p>
            <a:r>
              <a:rPr lang="en-US" dirty="0"/>
              <a:t>HEI Index</a:t>
            </a:r>
          </a:p>
          <a:p>
            <a:pPr lvl="1"/>
            <a:r>
              <a:rPr lang="en-US" dirty="0"/>
              <a:t>Food Score</a:t>
            </a:r>
          </a:p>
          <a:p>
            <a:pPr lvl="1"/>
            <a:r>
              <a:rPr lang="en-US" dirty="0"/>
              <a:t>Recommended intake by Age</a:t>
            </a:r>
          </a:p>
          <a:p>
            <a:pPr lvl="1"/>
            <a:r>
              <a:rPr lang="en-US" dirty="0"/>
              <a:t>per 1000 kcal</a:t>
            </a:r>
          </a:p>
          <a:p>
            <a:r>
              <a:rPr lang="en-US" dirty="0"/>
              <a:t> Add other Key information </a:t>
            </a:r>
          </a:p>
          <a:p>
            <a:r>
              <a:rPr lang="en-US" dirty="0"/>
              <a:t>Key Info</a:t>
            </a:r>
          </a:p>
        </p:txBody>
      </p:sp>
      <p:graphicFrame>
        <p:nvGraphicFramePr>
          <p:cNvPr id="6" name="Chart 5">
            <a:extLst>
              <a:ext uri="{FF2B5EF4-FFF2-40B4-BE49-F238E27FC236}">
                <a16:creationId xmlns:a16="http://schemas.microsoft.com/office/drawing/2014/main" id="{FE13306A-8520-D665-3191-3943E624BFBC}"/>
              </a:ext>
            </a:extLst>
          </p:cNvPr>
          <p:cNvGraphicFramePr/>
          <p:nvPr>
            <p:extLst>
              <p:ext uri="{D42A27DB-BD31-4B8C-83A1-F6EECF244321}">
                <p14:modId xmlns:p14="http://schemas.microsoft.com/office/powerpoint/2010/main" val="3076887397"/>
              </p:ext>
            </p:extLst>
          </p:nvPr>
        </p:nvGraphicFramePr>
        <p:xfrm>
          <a:off x="8683172" y="1013580"/>
          <a:ext cx="2213428" cy="541866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4114195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1DDAD-382C-69AE-A5CF-29304069F71C}"/>
              </a:ext>
            </a:extLst>
          </p:cNvPr>
          <p:cNvSpPr>
            <a:spLocks noGrp="1"/>
          </p:cNvSpPr>
          <p:nvPr>
            <p:ph type="title"/>
          </p:nvPr>
        </p:nvSpPr>
        <p:spPr/>
        <p:txBody>
          <a:bodyPr/>
          <a:lstStyle/>
          <a:p>
            <a:endParaRPr lang="en-US" dirty="0"/>
          </a:p>
        </p:txBody>
      </p:sp>
      <p:pic>
        <p:nvPicPr>
          <p:cNvPr id="6" name="Content Placeholder 5">
            <a:extLst>
              <a:ext uri="{FF2B5EF4-FFF2-40B4-BE49-F238E27FC236}">
                <a16:creationId xmlns:a16="http://schemas.microsoft.com/office/drawing/2014/main" id="{431B04B1-DDAB-3068-7168-7E8927B6A422}"/>
              </a:ext>
            </a:extLst>
          </p:cNvPr>
          <p:cNvPicPr>
            <a:picLocks noGrp="1" noChangeAspect="1"/>
          </p:cNvPicPr>
          <p:nvPr>
            <p:ph sz="half" idx="1"/>
          </p:nvPr>
        </p:nvPicPr>
        <p:blipFill>
          <a:blip r:embed="rId2"/>
          <a:stretch>
            <a:fillRect/>
          </a:stretch>
        </p:blipFill>
        <p:spPr>
          <a:xfrm>
            <a:off x="862070" y="2508508"/>
            <a:ext cx="5133860" cy="2985571"/>
          </a:xfrm>
          <a:prstGeom prst="rect">
            <a:avLst/>
          </a:prstGeom>
        </p:spPr>
      </p:pic>
      <p:sp>
        <p:nvSpPr>
          <p:cNvPr id="4" name="Content Placeholder 3">
            <a:extLst>
              <a:ext uri="{FF2B5EF4-FFF2-40B4-BE49-F238E27FC236}">
                <a16:creationId xmlns:a16="http://schemas.microsoft.com/office/drawing/2014/main" id="{CEF2434B-AA5F-C949-C873-A120DB281C64}"/>
              </a:ext>
            </a:extLst>
          </p:cNvPr>
          <p:cNvSpPr>
            <a:spLocks noGrp="1"/>
          </p:cNvSpPr>
          <p:nvPr>
            <p:ph sz="half" idx="2"/>
          </p:nvPr>
        </p:nvSpPr>
        <p:spPr/>
        <p:txBody>
          <a:bodyPr/>
          <a:lstStyle/>
          <a:p>
            <a:endParaRPr lang="en-US" dirty="0"/>
          </a:p>
        </p:txBody>
      </p:sp>
    </p:spTree>
    <p:extLst>
      <p:ext uri="{BB962C8B-B14F-4D97-AF65-F5344CB8AC3E}">
        <p14:creationId xmlns:p14="http://schemas.microsoft.com/office/powerpoint/2010/main" val="24627714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DE782E2-CBB7-744D-AF5E-2AA645EC0E60}"/>
              </a:ext>
            </a:extLst>
          </p:cNvPr>
          <p:cNvSpPr>
            <a:spLocks noGrp="1"/>
          </p:cNvSpPr>
          <p:nvPr>
            <p:ph type="title"/>
          </p:nvPr>
        </p:nvSpPr>
        <p:spPr/>
        <p:txBody>
          <a:bodyPr/>
          <a:lstStyle/>
          <a:p>
            <a:r>
              <a:rPr lang="en-US" dirty="0"/>
              <a:t>Diet Quality</a:t>
            </a:r>
          </a:p>
        </p:txBody>
      </p:sp>
      <p:sp>
        <p:nvSpPr>
          <p:cNvPr id="9" name="Content Placeholder 8">
            <a:extLst>
              <a:ext uri="{FF2B5EF4-FFF2-40B4-BE49-F238E27FC236}">
                <a16:creationId xmlns:a16="http://schemas.microsoft.com/office/drawing/2014/main" id="{59A0A315-E2A1-6F47-AC14-CED222CAC41B}"/>
              </a:ext>
            </a:extLst>
          </p:cNvPr>
          <p:cNvSpPr>
            <a:spLocks noGrp="1"/>
          </p:cNvSpPr>
          <p:nvPr>
            <p:ph sz="half" idx="1"/>
          </p:nvPr>
        </p:nvSpPr>
        <p:spPr/>
        <p:txBody>
          <a:bodyPr/>
          <a:lstStyle/>
          <a:p>
            <a:pPr marL="0" indent="0">
              <a:buNone/>
            </a:pPr>
            <a:r>
              <a:rPr lang="en-US" dirty="0"/>
              <a:t>Overall, All Surveyed</a:t>
            </a:r>
          </a:p>
        </p:txBody>
      </p:sp>
      <p:pic>
        <p:nvPicPr>
          <p:cNvPr id="7" name="Content Placeholder 6">
            <a:extLst>
              <a:ext uri="{FF2B5EF4-FFF2-40B4-BE49-F238E27FC236}">
                <a16:creationId xmlns:a16="http://schemas.microsoft.com/office/drawing/2014/main" id="{DEACEA45-B9A9-6E6A-419E-E782D7A49653}"/>
              </a:ext>
            </a:extLst>
          </p:cNvPr>
          <p:cNvPicPr>
            <a:picLocks noGrp="1" noChangeAspect="1"/>
          </p:cNvPicPr>
          <p:nvPr>
            <p:ph sz="half" idx="2"/>
          </p:nvPr>
        </p:nvPicPr>
        <p:blipFill>
          <a:blip r:embed="rId2"/>
          <a:srcRect l="3361" b="4927"/>
          <a:stretch>
            <a:fillRect/>
          </a:stretch>
        </p:blipFill>
        <p:spPr>
          <a:xfrm>
            <a:off x="42994" y="2455047"/>
            <a:ext cx="6129208" cy="3721916"/>
          </a:xfrm>
          <a:prstGeom prst="rect">
            <a:avLst/>
          </a:prstGeom>
        </p:spPr>
      </p:pic>
      <p:pic>
        <p:nvPicPr>
          <p:cNvPr id="2" name="Picture 1">
            <a:extLst>
              <a:ext uri="{FF2B5EF4-FFF2-40B4-BE49-F238E27FC236}">
                <a16:creationId xmlns:a16="http://schemas.microsoft.com/office/drawing/2014/main" id="{C4F7B549-2C93-1F62-CB9E-110BA6900720}"/>
              </a:ext>
            </a:extLst>
          </p:cNvPr>
          <p:cNvPicPr>
            <a:picLocks noChangeAspect="1"/>
          </p:cNvPicPr>
          <p:nvPr/>
        </p:nvPicPr>
        <p:blipFill>
          <a:blip r:embed="rId3"/>
          <a:stretch>
            <a:fillRect/>
          </a:stretch>
        </p:blipFill>
        <p:spPr>
          <a:xfrm>
            <a:off x="2161263" y="199275"/>
            <a:ext cx="2762636" cy="438211"/>
          </a:xfrm>
          <a:prstGeom prst="rect">
            <a:avLst/>
          </a:prstGeom>
        </p:spPr>
      </p:pic>
      <p:pic>
        <p:nvPicPr>
          <p:cNvPr id="3" name="Picture 2">
            <a:extLst>
              <a:ext uri="{FF2B5EF4-FFF2-40B4-BE49-F238E27FC236}">
                <a16:creationId xmlns:a16="http://schemas.microsoft.com/office/drawing/2014/main" id="{39193313-F290-A1D6-6851-AE555F417EE7}"/>
              </a:ext>
            </a:extLst>
          </p:cNvPr>
          <p:cNvPicPr>
            <a:picLocks noChangeAspect="1"/>
          </p:cNvPicPr>
          <p:nvPr/>
        </p:nvPicPr>
        <p:blipFill>
          <a:blip r:embed="rId3"/>
          <a:stretch>
            <a:fillRect/>
          </a:stretch>
        </p:blipFill>
        <p:spPr>
          <a:xfrm>
            <a:off x="2313663" y="351675"/>
            <a:ext cx="2762636" cy="438211"/>
          </a:xfrm>
          <a:prstGeom prst="rect">
            <a:avLst/>
          </a:prstGeom>
        </p:spPr>
      </p:pic>
      <p:sp>
        <p:nvSpPr>
          <p:cNvPr id="14" name="Content Placeholder 8">
            <a:extLst>
              <a:ext uri="{FF2B5EF4-FFF2-40B4-BE49-F238E27FC236}">
                <a16:creationId xmlns:a16="http://schemas.microsoft.com/office/drawing/2014/main" id="{82620867-AF54-F2AC-15A2-1E5E26D11325}"/>
              </a:ext>
            </a:extLst>
          </p:cNvPr>
          <p:cNvSpPr txBox="1">
            <a:spLocks/>
          </p:cNvSpPr>
          <p:nvPr/>
        </p:nvSpPr>
        <p:spPr>
          <a:xfrm>
            <a:off x="2056004" y="6241653"/>
            <a:ext cx="7624893" cy="5121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rial Narrow" panose="020B0604020202020204" pitchFamily="34" charset="0"/>
                <a:ea typeface="+mn-ea"/>
                <a:cs typeface="Arial Narrow"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rial Narrow" panose="020B0604020202020204" pitchFamily="34" charset="0"/>
                <a:ea typeface="+mn-ea"/>
                <a:cs typeface="Arial Narrow"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Narrow" panose="020B0604020202020204" pitchFamily="34" charset="0"/>
                <a:ea typeface="+mn-ea"/>
                <a:cs typeface="Arial Narrow"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Narrow" panose="020B0604020202020204" pitchFamily="34" charset="0"/>
                <a:ea typeface="+mn-ea"/>
                <a:cs typeface="Arial Narrow"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Narrow" panose="020B0604020202020204" pitchFamily="34" charset="0"/>
                <a:ea typeface="+mn-ea"/>
                <a:cs typeface="Arial Narrow"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No scores received a High rating, or surpassed 90 points.</a:t>
            </a:r>
          </a:p>
        </p:txBody>
      </p:sp>
    </p:spTree>
    <p:extLst>
      <p:ext uri="{BB962C8B-B14F-4D97-AF65-F5344CB8AC3E}">
        <p14:creationId xmlns:p14="http://schemas.microsoft.com/office/powerpoint/2010/main" val="3693585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5542B5D-1A21-F540-A7D3-ED1E372F37DC}"/>
              </a:ext>
            </a:extLst>
          </p:cNvPr>
          <p:cNvSpPr>
            <a:spLocks noGrp="1"/>
          </p:cNvSpPr>
          <p:nvPr>
            <p:ph type="title"/>
          </p:nvPr>
        </p:nvSpPr>
        <p:spPr/>
        <p:txBody>
          <a:bodyPr/>
          <a:lstStyle/>
          <a:p>
            <a:r>
              <a:rPr lang="en-US" dirty="0"/>
              <a:t>Findings &amp; Conclusions</a:t>
            </a:r>
          </a:p>
        </p:txBody>
      </p:sp>
      <p:pic>
        <p:nvPicPr>
          <p:cNvPr id="3" name="Content Placeholder 2">
            <a:extLst>
              <a:ext uri="{FF2B5EF4-FFF2-40B4-BE49-F238E27FC236}">
                <a16:creationId xmlns:a16="http://schemas.microsoft.com/office/drawing/2014/main" id="{355EE2C9-AB7C-A678-25F1-EBE6F544A36F}"/>
              </a:ext>
            </a:extLst>
          </p:cNvPr>
          <p:cNvPicPr>
            <a:picLocks noGrp="1" noChangeAspect="1"/>
          </p:cNvPicPr>
          <p:nvPr>
            <p:ph idx="1"/>
          </p:nvPr>
        </p:nvPicPr>
        <p:blipFill>
          <a:blip r:embed="rId2"/>
          <a:stretch>
            <a:fillRect/>
          </a:stretch>
        </p:blipFill>
        <p:spPr>
          <a:xfrm>
            <a:off x="4278385" y="1199320"/>
            <a:ext cx="7224602" cy="4459360"/>
          </a:xfrm>
          <a:prstGeom prst="rect">
            <a:avLst/>
          </a:prstGeom>
        </p:spPr>
      </p:pic>
      <p:sp>
        <p:nvSpPr>
          <p:cNvPr id="7" name="Text Placeholder 6">
            <a:extLst>
              <a:ext uri="{FF2B5EF4-FFF2-40B4-BE49-F238E27FC236}">
                <a16:creationId xmlns:a16="http://schemas.microsoft.com/office/drawing/2014/main" id="{2ED41262-E9FE-AC4A-8A9C-BFEBACA5FB3C}"/>
              </a:ext>
            </a:extLst>
          </p:cNvPr>
          <p:cNvSpPr>
            <a:spLocks noGrp="1"/>
          </p:cNvSpPr>
          <p:nvPr>
            <p:ph type="body" sz="half" idx="2"/>
          </p:nvPr>
        </p:nvSpPr>
        <p:spPr>
          <a:xfrm>
            <a:off x="839788" y="2057400"/>
            <a:ext cx="3932237" cy="4477624"/>
          </a:xfrm>
        </p:spPr>
        <p:txBody>
          <a:bodyPr/>
          <a:lstStyle/>
          <a:p>
            <a:r>
              <a:rPr lang="en-US" i="1" dirty="0"/>
              <a:t>Average HEI</a:t>
            </a:r>
            <a:r>
              <a:rPr lang="en-US" dirty="0"/>
              <a:t>: 30.65</a:t>
            </a:r>
          </a:p>
          <a:p>
            <a:endParaRPr lang="en-US" dirty="0"/>
          </a:p>
          <a:p>
            <a:r>
              <a:rPr lang="en-US" i="1" dirty="0"/>
              <a:t>Mean HEI </a:t>
            </a:r>
          </a:p>
          <a:p>
            <a:pPr marL="285750" indent="-285750">
              <a:buFont typeface="Arial" panose="020B0604020202020204" pitchFamily="34" charset="0"/>
              <a:buChar char="•"/>
            </a:pPr>
            <a:r>
              <a:rPr lang="en-US" b="1" dirty="0"/>
              <a:t>Female: 31.47</a:t>
            </a:r>
          </a:p>
          <a:p>
            <a:pPr marL="285750" indent="-285750">
              <a:buFont typeface="Arial" panose="020B0604020202020204" pitchFamily="34" charset="0"/>
              <a:buChar char="•"/>
            </a:pPr>
            <a:r>
              <a:rPr lang="en-US" dirty="0"/>
              <a:t>Male: 30.07</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Bachelor’s + : 32.17</a:t>
            </a:r>
          </a:p>
          <a:p>
            <a:pPr marL="285750" indent="-285750">
              <a:buFont typeface="Arial" panose="020B0604020202020204" pitchFamily="34" charset="0"/>
              <a:buChar char="•"/>
            </a:pPr>
            <a:r>
              <a:rPr lang="en-US" dirty="0"/>
              <a:t>Associate’s: 30.44</a:t>
            </a:r>
          </a:p>
          <a:p>
            <a:pPr marL="285750" indent="-285750">
              <a:buFont typeface="Arial" panose="020B0604020202020204" pitchFamily="34" charset="0"/>
              <a:buChar char="•"/>
            </a:pPr>
            <a:r>
              <a:rPr lang="en-US" dirty="0"/>
              <a:t>Highschool: 29.95</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1-6 Times/ </a:t>
            </a:r>
            <a:r>
              <a:rPr lang="en-US" b="1" dirty="0" err="1"/>
              <a:t>Wk</a:t>
            </a:r>
            <a:r>
              <a:rPr lang="en-US" b="1" dirty="0"/>
              <a:t>: 31.20</a:t>
            </a:r>
          </a:p>
          <a:p>
            <a:pPr marL="285750" indent="-285750">
              <a:buFont typeface="Arial" panose="020B0604020202020204" pitchFamily="34" charset="0"/>
              <a:buChar char="•"/>
            </a:pPr>
            <a:r>
              <a:rPr lang="en-US" dirty="0"/>
              <a:t>Less Than Once/</a:t>
            </a:r>
            <a:r>
              <a:rPr lang="en-US" dirty="0" err="1"/>
              <a:t>Wk</a:t>
            </a:r>
            <a:r>
              <a:rPr lang="en-US" dirty="0"/>
              <a:t>: 30.93</a:t>
            </a:r>
          </a:p>
          <a:p>
            <a:pPr marL="285750" indent="-285750">
              <a:buFont typeface="Arial" panose="020B0604020202020204" pitchFamily="34" charset="0"/>
              <a:buChar char="•"/>
            </a:pPr>
            <a:r>
              <a:rPr lang="en-US" dirty="0"/>
              <a:t>Minimum Once/Day: 29.64</a:t>
            </a:r>
          </a:p>
          <a:p>
            <a:pPr marL="285750" indent="-285750">
              <a:buFont typeface="Arial" panose="020B0604020202020204" pitchFamily="34" charset="0"/>
              <a:buChar char="•"/>
            </a:pPr>
            <a:endParaRPr lang="en-US" dirty="0"/>
          </a:p>
          <a:p>
            <a:endParaRPr lang="en-US" dirty="0"/>
          </a:p>
        </p:txBody>
      </p:sp>
      <p:sp>
        <p:nvSpPr>
          <p:cNvPr id="4" name="Title 4">
            <a:extLst>
              <a:ext uri="{FF2B5EF4-FFF2-40B4-BE49-F238E27FC236}">
                <a16:creationId xmlns:a16="http://schemas.microsoft.com/office/drawing/2014/main" id="{7C5166CD-6649-B906-9F88-FBFCD52129D4}"/>
              </a:ext>
            </a:extLst>
          </p:cNvPr>
          <p:cNvSpPr txBox="1">
            <a:spLocks/>
          </p:cNvSpPr>
          <p:nvPr/>
        </p:nvSpPr>
        <p:spPr>
          <a:xfrm>
            <a:off x="5060848" y="5658680"/>
            <a:ext cx="7002520" cy="796954"/>
          </a:xfrm>
          <a:prstGeom prst="rect">
            <a:avLst/>
          </a:prstGeom>
        </p:spPr>
        <p:txBody>
          <a:bodyPr vert="horz" lIns="91440" tIns="45720" rIns="91440" bIns="45720" rtlCol="0" anchor="b">
            <a:normAutofit fontScale="70000" lnSpcReduction="20000"/>
          </a:bodyPr>
          <a:lstStyle>
            <a:lvl1pPr algn="l" defTabSz="914400" rtl="0" eaLnBrk="1" latinLnBrk="0" hangingPunct="1">
              <a:lnSpc>
                <a:spcPct val="90000"/>
              </a:lnSpc>
              <a:spcBef>
                <a:spcPct val="0"/>
              </a:spcBef>
              <a:buNone/>
              <a:defRPr sz="3200" b="1" i="0" kern="1200">
                <a:solidFill>
                  <a:srgbClr val="004432"/>
                </a:solidFill>
                <a:latin typeface="Arial Narrow" panose="020B0604020202020204" pitchFamily="34" charset="0"/>
                <a:ea typeface="+mj-ea"/>
                <a:cs typeface="Arial Narrow" panose="020B0604020202020204" pitchFamily="34" charset="0"/>
              </a:defRPr>
            </a:lvl1pPr>
          </a:lstStyle>
          <a:p>
            <a:r>
              <a:rPr lang="en-US" dirty="0"/>
              <a:t>Customers who shop at small and medium food stores less than once a week have better average diet quality overall.</a:t>
            </a:r>
          </a:p>
        </p:txBody>
      </p:sp>
    </p:spTree>
    <p:extLst>
      <p:ext uri="{BB962C8B-B14F-4D97-AF65-F5344CB8AC3E}">
        <p14:creationId xmlns:p14="http://schemas.microsoft.com/office/powerpoint/2010/main" val="6636896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A4F03-C129-6EC8-4E60-437D04EA57F7}"/>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06DF0634-1D4C-1CF7-B23E-5FA0550EB286}"/>
              </a:ext>
            </a:extLst>
          </p:cNvPr>
          <p:cNvPicPr>
            <a:picLocks noGrp="1" noChangeAspect="1"/>
          </p:cNvPicPr>
          <p:nvPr>
            <p:ph idx="1"/>
          </p:nvPr>
        </p:nvPicPr>
        <p:blipFill>
          <a:blip r:embed="rId2"/>
          <a:srcRect l="57778" r="6978" b="49726"/>
          <a:stretch>
            <a:fillRect/>
          </a:stretch>
        </p:blipFill>
        <p:spPr>
          <a:xfrm>
            <a:off x="3339966" y="2556272"/>
            <a:ext cx="7584708" cy="3042963"/>
          </a:xfrm>
          <a:prstGeom prst="rect">
            <a:avLst/>
          </a:prstGeom>
        </p:spPr>
      </p:pic>
      <p:sp>
        <p:nvSpPr>
          <p:cNvPr id="4" name="Text Placeholder 3">
            <a:extLst>
              <a:ext uri="{FF2B5EF4-FFF2-40B4-BE49-F238E27FC236}">
                <a16:creationId xmlns:a16="http://schemas.microsoft.com/office/drawing/2014/main" id="{2B9CFB96-2898-DF9E-D1D9-10CDCF6F0D5B}"/>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18117539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9083A-4856-5898-03FE-16A2C96BD95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449A090-D6A1-BCF2-BB3F-E0FF7981D276}"/>
              </a:ext>
            </a:extLst>
          </p:cNvPr>
          <p:cNvSpPr>
            <a:spLocks noGrp="1"/>
          </p:cNvSpPr>
          <p:nvPr>
            <p:ph type="title"/>
          </p:nvPr>
        </p:nvSpPr>
        <p:spPr/>
        <p:txBody>
          <a:bodyPr/>
          <a:lstStyle/>
          <a:p>
            <a:r>
              <a:rPr lang="en-US" dirty="0"/>
              <a:t>Gender &amp; Education: Diet Quality Score</a:t>
            </a:r>
          </a:p>
        </p:txBody>
      </p:sp>
      <p:sp>
        <p:nvSpPr>
          <p:cNvPr id="9" name="Content Placeholder 8">
            <a:extLst>
              <a:ext uri="{FF2B5EF4-FFF2-40B4-BE49-F238E27FC236}">
                <a16:creationId xmlns:a16="http://schemas.microsoft.com/office/drawing/2014/main" id="{31559F5D-5483-A54B-48C1-3A18BB565279}"/>
              </a:ext>
            </a:extLst>
          </p:cNvPr>
          <p:cNvSpPr>
            <a:spLocks noGrp="1"/>
          </p:cNvSpPr>
          <p:nvPr>
            <p:ph sz="half" idx="1"/>
          </p:nvPr>
        </p:nvSpPr>
        <p:spPr/>
        <p:txBody>
          <a:bodyPr/>
          <a:lstStyle/>
          <a:p>
            <a:pPr marL="0" indent="0">
              <a:buNone/>
            </a:pPr>
            <a:r>
              <a:rPr lang="en-US" dirty="0"/>
              <a:t>Gender HEI Comparison</a:t>
            </a:r>
          </a:p>
        </p:txBody>
      </p:sp>
      <p:pic>
        <p:nvPicPr>
          <p:cNvPr id="2" name="Picture 1">
            <a:extLst>
              <a:ext uri="{FF2B5EF4-FFF2-40B4-BE49-F238E27FC236}">
                <a16:creationId xmlns:a16="http://schemas.microsoft.com/office/drawing/2014/main" id="{51C6B5D2-63E8-8CC4-5529-840016BD753D}"/>
              </a:ext>
            </a:extLst>
          </p:cNvPr>
          <p:cNvPicPr>
            <a:picLocks noChangeAspect="1"/>
          </p:cNvPicPr>
          <p:nvPr/>
        </p:nvPicPr>
        <p:blipFill>
          <a:blip r:embed="rId2"/>
          <a:stretch>
            <a:fillRect/>
          </a:stretch>
        </p:blipFill>
        <p:spPr>
          <a:xfrm>
            <a:off x="2161263" y="199275"/>
            <a:ext cx="2762636" cy="438211"/>
          </a:xfrm>
          <a:prstGeom prst="rect">
            <a:avLst/>
          </a:prstGeom>
        </p:spPr>
      </p:pic>
      <p:pic>
        <p:nvPicPr>
          <p:cNvPr id="3" name="Picture 2">
            <a:extLst>
              <a:ext uri="{FF2B5EF4-FFF2-40B4-BE49-F238E27FC236}">
                <a16:creationId xmlns:a16="http://schemas.microsoft.com/office/drawing/2014/main" id="{CFF844BD-3B36-4DCE-83C5-569CD4ED83A5}"/>
              </a:ext>
            </a:extLst>
          </p:cNvPr>
          <p:cNvPicPr>
            <a:picLocks noChangeAspect="1"/>
          </p:cNvPicPr>
          <p:nvPr/>
        </p:nvPicPr>
        <p:blipFill>
          <a:blip r:embed="rId2"/>
          <a:stretch>
            <a:fillRect/>
          </a:stretch>
        </p:blipFill>
        <p:spPr>
          <a:xfrm>
            <a:off x="2313663" y="351675"/>
            <a:ext cx="2762636" cy="438211"/>
          </a:xfrm>
          <a:prstGeom prst="rect">
            <a:avLst/>
          </a:prstGeom>
        </p:spPr>
      </p:pic>
      <p:sp>
        <p:nvSpPr>
          <p:cNvPr id="13" name="Content Placeholder 8">
            <a:extLst>
              <a:ext uri="{FF2B5EF4-FFF2-40B4-BE49-F238E27FC236}">
                <a16:creationId xmlns:a16="http://schemas.microsoft.com/office/drawing/2014/main" id="{6AE3B4B4-3BC8-8B13-825F-3FDE85EF8072}"/>
              </a:ext>
            </a:extLst>
          </p:cNvPr>
          <p:cNvSpPr txBox="1">
            <a:spLocks/>
          </p:cNvSpPr>
          <p:nvPr/>
        </p:nvSpPr>
        <p:spPr>
          <a:xfrm>
            <a:off x="7735356" y="1860579"/>
            <a:ext cx="5181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rial Narrow" panose="020B0604020202020204" pitchFamily="34" charset="0"/>
                <a:ea typeface="+mn-ea"/>
                <a:cs typeface="Arial Narrow"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rial Narrow" panose="020B0604020202020204" pitchFamily="34" charset="0"/>
                <a:ea typeface="+mn-ea"/>
                <a:cs typeface="Arial Narrow"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Narrow" panose="020B0604020202020204" pitchFamily="34" charset="0"/>
                <a:ea typeface="+mn-ea"/>
                <a:cs typeface="Arial Narrow"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Narrow" panose="020B0604020202020204" pitchFamily="34" charset="0"/>
                <a:ea typeface="+mn-ea"/>
                <a:cs typeface="Arial Narrow"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Narrow" panose="020B0604020202020204" pitchFamily="34" charset="0"/>
                <a:ea typeface="+mn-ea"/>
                <a:cs typeface="Arial Narrow"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Total HEI Scores</a:t>
            </a:r>
          </a:p>
        </p:txBody>
      </p:sp>
      <p:pic>
        <p:nvPicPr>
          <p:cNvPr id="5" name="Picture 4">
            <a:extLst>
              <a:ext uri="{FF2B5EF4-FFF2-40B4-BE49-F238E27FC236}">
                <a16:creationId xmlns:a16="http://schemas.microsoft.com/office/drawing/2014/main" id="{D4F3405A-DD0A-7E55-87F4-5369E886E5A6}"/>
              </a:ext>
            </a:extLst>
          </p:cNvPr>
          <p:cNvPicPr>
            <a:picLocks noChangeAspect="1"/>
          </p:cNvPicPr>
          <p:nvPr/>
        </p:nvPicPr>
        <p:blipFill>
          <a:blip r:embed="rId3"/>
          <a:srcRect t="7420"/>
          <a:stretch>
            <a:fillRect/>
          </a:stretch>
        </p:blipFill>
        <p:spPr>
          <a:xfrm>
            <a:off x="81280" y="2504356"/>
            <a:ext cx="6090922" cy="3480630"/>
          </a:xfrm>
          <a:prstGeom prst="rect">
            <a:avLst/>
          </a:prstGeom>
        </p:spPr>
      </p:pic>
    </p:spTree>
    <p:extLst>
      <p:ext uri="{BB962C8B-B14F-4D97-AF65-F5344CB8AC3E}">
        <p14:creationId xmlns:p14="http://schemas.microsoft.com/office/powerpoint/2010/main" val="25643559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81665-5D01-DC32-004F-5BFEBFB3B0B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9BF8CE2-5155-9D5F-E225-D9E54B226076}"/>
              </a:ext>
            </a:extLst>
          </p:cNvPr>
          <p:cNvSpPr>
            <a:spLocks noGrp="1"/>
          </p:cNvSpPr>
          <p:nvPr>
            <p:ph type="title"/>
          </p:nvPr>
        </p:nvSpPr>
        <p:spPr/>
        <p:txBody>
          <a:bodyPr/>
          <a:lstStyle/>
          <a:p>
            <a:r>
              <a:rPr lang="en-US" dirty="0"/>
              <a:t>Gender &amp; Education: Diet Quality Score</a:t>
            </a:r>
          </a:p>
        </p:txBody>
      </p:sp>
      <p:sp>
        <p:nvSpPr>
          <p:cNvPr id="9" name="Content Placeholder 8">
            <a:extLst>
              <a:ext uri="{FF2B5EF4-FFF2-40B4-BE49-F238E27FC236}">
                <a16:creationId xmlns:a16="http://schemas.microsoft.com/office/drawing/2014/main" id="{D8F061D5-3A78-2B3B-4C46-4DA097BFC28A}"/>
              </a:ext>
            </a:extLst>
          </p:cNvPr>
          <p:cNvSpPr>
            <a:spLocks noGrp="1"/>
          </p:cNvSpPr>
          <p:nvPr>
            <p:ph sz="half" idx="1"/>
          </p:nvPr>
        </p:nvSpPr>
        <p:spPr/>
        <p:txBody>
          <a:bodyPr/>
          <a:lstStyle/>
          <a:p>
            <a:pPr marL="0" indent="0">
              <a:buNone/>
            </a:pPr>
            <a:r>
              <a:rPr lang="en-US" dirty="0"/>
              <a:t>Gender HEI Comparison</a:t>
            </a:r>
          </a:p>
        </p:txBody>
      </p:sp>
      <p:pic>
        <p:nvPicPr>
          <p:cNvPr id="2" name="Picture 1">
            <a:extLst>
              <a:ext uri="{FF2B5EF4-FFF2-40B4-BE49-F238E27FC236}">
                <a16:creationId xmlns:a16="http://schemas.microsoft.com/office/drawing/2014/main" id="{E7CBF9E4-4418-BDB3-5B07-E7ACACCFBFB2}"/>
              </a:ext>
            </a:extLst>
          </p:cNvPr>
          <p:cNvPicPr>
            <a:picLocks noChangeAspect="1"/>
          </p:cNvPicPr>
          <p:nvPr/>
        </p:nvPicPr>
        <p:blipFill>
          <a:blip r:embed="rId2"/>
          <a:stretch>
            <a:fillRect/>
          </a:stretch>
        </p:blipFill>
        <p:spPr>
          <a:xfrm>
            <a:off x="2161263" y="199275"/>
            <a:ext cx="2762636" cy="438211"/>
          </a:xfrm>
          <a:prstGeom prst="rect">
            <a:avLst/>
          </a:prstGeom>
        </p:spPr>
      </p:pic>
      <p:pic>
        <p:nvPicPr>
          <p:cNvPr id="3" name="Picture 2">
            <a:extLst>
              <a:ext uri="{FF2B5EF4-FFF2-40B4-BE49-F238E27FC236}">
                <a16:creationId xmlns:a16="http://schemas.microsoft.com/office/drawing/2014/main" id="{A50B8AA1-9C67-37B6-E8BA-46DB829EDF44}"/>
              </a:ext>
            </a:extLst>
          </p:cNvPr>
          <p:cNvPicPr>
            <a:picLocks noChangeAspect="1"/>
          </p:cNvPicPr>
          <p:nvPr/>
        </p:nvPicPr>
        <p:blipFill>
          <a:blip r:embed="rId2"/>
          <a:stretch>
            <a:fillRect/>
          </a:stretch>
        </p:blipFill>
        <p:spPr>
          <a:xfrm>
            <a:off x="2313663" y="351675"/>
            <a:ext cx="2762636" cy="438211"/>
          </a:xfrm>
          <a:prstGeom prst="rect">
            <a:avLst/>
          </a:prstGeom>
        </p:spPr>
      </p:pic>
      <p:sp>
        <p:nvSpPr>
          <p:cNvPr id="13" name="Content Placeholder 8">
            <a:extLst>
              <a:ext uri="{FF2B5EF4-FFF2-40B4-BE49-F238E27FC236}">
                <a16:creationId xmlns:a16="http://schemas.microsoft.com/office/drawing/2014/main" id="{08BA0256-30A2-5014-CBAC-77CAC7AC4469}"/>
              </a:ext>
            </a:extLst>
          </p:cNvPr>
          <p:cNvSpPr txBox="1">
            <a:spLocks/>
          </p:cNvSpPr>
          <p:nvPr/>
        </p:nvSpPr>
        <p:spPr>
          <a:xfrm>
            <a:off x="7735356" y="1860579"/>
            <a:ext cx="5181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rial Narrow" panose="020B0604020202020204" pitchFamily="34" charset="0"/>
                <a:ea typeface="+mn-ea"/>
                <a:cs typeface="Arial Narrow"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rial Narrow" panose="020B0604020202020204" pitchFamily="34" charset="0"/>
                <a:ea typeface="+mn-ea"/>
                <a:cs typeface="Arial Narrow"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Narrow" panose="020B0604020202020204" pitchFamily="34" charset="0"/>
                <a:ea typeface="+mn-ea"/>
                <a:cs typeface="Arial Narrow"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Narrow" panose="020B0604020202020204" pitchFamily="34" charset="0"/>
                <a:ea typeface="+mn-ea"/>
                <a:cs typeface="Arial Narrow"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Narrow" panose="020B0604020202020204" pitchFamily="34" charset="0"/>
                <a:ea typeface="+mn-ea"/>
                <a:cs typeface="Arial Narrow"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Total HEI Scores</a:t>
            </a:r>
          </a:p>
        </p:txBody>
      </p:sp>
      <p:pic>
        <p:nvPicPr>
          <p:cNvPr id="15" name="Picture 14">
            <a:extLst>
              <a:ext uri="{FF2B5EF4-FFF2-40B4-BE49-F238E27FC236}">
                <a16:creationId xmlns:a16="http://schemas.microsoft.com/office/drawing/2014/main" id="{FE6849DD-B150-36C0-281D-1A2036A4C7CD}"/>
              </a:ext>
            </a:extLst>
          </p:cNvPr>
          <p:cNvPicPr>
            <a:picLocks noChangeAspect="1"/>
          </p:cNvPicPr>
          <p:nvPr/>
        </p:nvPicPr>
        <p:blipFill>
          <a:blip r:embed="rId3"/>
          <a:srcRect t="6988"/>
          <a:stretch>
            <a:fillRect/>
          </a:stretch>
        </p:blipFill>
        <p:spPr>
          <a:xfrm>
            <a:off x="6096000" y="2519223"/>
            <a:ext cx="6062608" cy="3480631"/>
          </a:xfrm>
          <a:prstGeom prst="rect">
            <a:avLst/>
          </a:prstGeom>
        </p:spPr>
      </p:pic>
    </p:spTree>
    <p:extLst>
      <p:ext uri="{BB962C8B-B14F-4D97-AF65-F5344CB8AC3E}">
        <p14:creationId xmlns:p14="http://schemas.microsoft.com/office/powerpoint/2010/main" val="2339193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49CD6-671D-74BA-84AC-3CDD44B603EF}"/>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33517991-2E44-9D22-122D-036C23BA8426}"/>
              </a:ext>
            </a:extLst>
          </p:cNvPr>
          <p:cNvSpPr>
            <a:spLocks noGrp="1"/>
          </p:cNvSpPr>
          <p:nvPr>
            <p:ph idx="1"/>
          </p:nvPr>
        </p:nvSpPr>
        <p:spPr/>
        <p:txBody>
          <a:bodyPr/>
          <a:lstStyle/>
          <a:p>
            <a:r>
              <a:rPr lang="en-US" dirty="0"/>
              <a:t>Boxplot of HEI in different  shopping frequency groups</a:t>
            </a:r>
          </a:p>
        </p:txBody>
      </p:sp>
      <p:sp>
        <p:nvSpPr>
          <p:cNvPr id="4" name="Text Placeholder 3">
            <a:extLst>
              <a:ext uri="{FF2B5EF4-FFF2-40B4-BE49-F238E27FC236}">
                <a16:creationId xmlns:a16="http://schemas.microsoft.com/office/drawing/2014/main" id="{C8E8E916-6A20-AB8D-6AB0-F2E757C17A36}"/>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11469563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91A983C-4E7F-B64B-9464-B2CC71859446}"/>
              </a:ext>
            </a:extLst>
          </p:cNvPr>
          <p:cNvSpPr>
            <a:spLocks noGrp="1"/>
          </p:cNvSpPr>
          <p:nvPr>
            <p:ph type="title"/>
          </p:nvPr>
        </p:nvSpPr>
        <p:spPr>
          <a:xfrm>
            <a:off x="940707" y="2002631"/>
            <a:ext cx="10515600" cy="2852737"/>
          </a:xfrm>
        </p:spPr>
        <p:txBody>
          <a:bodyPr/>
          <a:lstStyle/>
          <a:p>
            <a:pPr algn="ctr"/>
            <a:r>
              <a:rPr lang="en-US" dirty="0"/>
              <a:t>Does the Minnesota Staple Food Ordinance Improve Diet Quality Over Time?</a:t>
            </a:r>
          </a:p>
        </p:txBody>
      </p:sp>
      <p:pic>
        <p:nvPicPr>
          <p:cNvPr id="2" name="Picture 1">
            <a:extLst>
              <a:ext uri="{FF2B5EF4-FFF2-40B4-BE49-F238E27FC236}">
                <a16:creationId xmlns:a16="http://schemas.microsoft.com/office/drawing/2014/main" id="{650B0E60-1F80-7237-5F51-7ED8D34D4452}"/>
              </a:ext>
            </a:extLst>
          </p:cNvPr>
          <p:cNvPicPr>
            <a:picLocks noChangeAspect="1"/>
          </p:cNvPicPr>
          <p:nvPr/>
        </p:nvPicPr>
        <p:blipFill>
          <a:blip r:embed="rId2"/>
          <a:stretch>
            <a:fillRect/>
          </a:stretch>
        </p:blipFill>
        <p:spPr>
          <a:xfrm>
            <a:off x="2161263" y="199275"/>
            <a:ext cx="2762636" cy="438211"/>
          </a:xfrm>
          <a:prstGeom prst="rect">
            <a:avLst/>
          </a:prstGeom>
        </p:spPr>
      </p:pic>
    </p:spTree>
    <p:extLst>
      <p:ext uri="{BB962C8B-B14F-4D97-AF65-F5344CB8AC3E}">
        <p14:creationId xmlns:p14="http://schemas.microsoft.com/office/powerpoint/2010/main" val="38945177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5BBA1-C2CF-D3BF-4150-D1BF6CDAB003}"/>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4AE66C1B-5BE4-97BD-C7F5-C09BD118B085}"/>
              </a:ext>
            </a:extLst>
          </p:cNvPr>
          <p:cNvPicPr>
            <a:picLocks noGrp="1" noChangeAspect="1"/>
          </p:cNvPicPr>
          <p:nvPr>
            <p:ph idx="1"/>
          </p:nvPr>
        </p:nvPicPr>
        <p:blipFill>
          <a:blip r:embed="rId2"/>
          <a:srcRect l="62924" t="10213" r="18830" b="39884"/>
          <a:stretch>
            <a:fillRect/>
          </a:stretch>
        </p:blipFill>
        <p:spPr>
          <a:xfrm>
            <a:off x="6096000" y="1174281"/>
            <a:ext cx="4955062" cy="3811587"/>
          </a:xfrm>
          <a:prstGeom prst="rect">
            <a:avLst/>
          </a:prstGeom>
        </p:spPr>
      </p:pic>
      <p:sp>
        <p:nvSpPr>
          <p:cNvPr id="4" name="Text Placeholder 3">
            <a:extLst>
              <a:ext uri="{FF2B5EF4-FFF2-40B4-BE49-F238E27FC236}">
                <a16:creationId xmlns:a16="http://schemas.microsoft.com/office/drawing/2014/main" id="{42D39737-AEB7-EBC0-751C-7842B8AD6D72}"/>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9823019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5B8B5-4BE8-224F-3D38-0FF5411D843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BDA98F1-3CD3-5832-CB79-92D80BF8D17C}"/>
              </a:ext>
            </a:extLst>
          </p:cNvPr>
          <p:cNvSpPr>
            <a:spLocks noGrp="1"/>
          </p:cNvSpPr>
          <p:nvPr>
            <p:ph type="title"/>
          </p:nvPr>
        </p:nvSpPr>
        <p:spPr/>
        <p:txBody>
          <a:bodyPr/>
          <a:lstStyle/>
          <a:p>
            <a:r>
              <a:rPr lang="en-US" dirty="0"/>
              <a:t>Input all sources here later.</a:t>
            </a:r>
          </a:p>
        </p:txBody>
      </p:sp>
      <p:sp>
        <p:nvSpPr>
          <p:cNvPr id="8" name="Text Placeholder 7">
            <a:extLst>
              <a:ext uri="{FF2B5EF4-FFF2-40B4-BE49-F238E27FC236}">
                <a16:creationId xmlns:a16="http://schemas.microsoft.com/office/drawing/2014/main" id="{E75A313E-5590-6924-8918-90E95B0CB7DD}"/>
              </a:ext>
            </a:extLst>
          </p:cNvPr>
          <p:cNvSpPr>
            <a:spLocks noGrp="1"/>
          </p:cNvSpPr>
          <p:nvPr>
            <p:ph type="body" idx="1"/>
          </p:nvPr>
        </p:nvSpPr>
        <p:spPr/>
        <p:txBody>
          <a:bodyPr/>
          <a:lstStyle/>
          <a:p>
            <a:endParaRPr lang="en-US"/>
          </a:p>
        </p:txBody>
      </p:sp>
      <p:sp>
        <p:nvSpPr>
          <p:cNvPr id="9" name="Content Placeholder 8">
            <a:extLst>
              <a:ext uri="{FF2B5EF4-FFF2-40B4-BE49-F238E27FC236}">
                <a16:creationId xmlns:a16="http://schemas.microsoft.com/office/drawing/2014/main" id="{D71223DD-7D07-ABF4-2771-B4A5F6AC1AFC}"/>
              </a:ext>
            </a:extLst>
          </p:cNvPr>
          <p:cNvSpPr>
            <a:spLocks noGrp="1"/>
          </p:cNvSpPr>
          <p:nvPr>
            <p:ph sz="half" idx="2"/>
          </p:nvPr>
        </p:nvSpPr>
        <p:spPr/>
        <p:txBody>
          <a:bodyPr/>
          <a:lstStyle/>
          <a:p>
            <a:endParaRPr lang="en-US"/>
          </a:p>
        </p:txBody>
      </p:sp>
      <p:sp>
        <p:nvSpPr>
          <p:cNvPr id="10" name="Text Placeholder 9">
            <a:extLst>
              <a:ext uri="{FF2B5EF4-FFF2-40B4-BE49-F238E27FC236}">
                <a16:creationId xmlns:a16="http://schemas.microsoft.com/office/drawing/2014/main" id="{BC0F33CF-C5FD-7369-21E3-7F91989A8C90}"/>
              </a:ext>
            </a:extLst>
          </p:cNvPr>
          <p:cNvSpPr>
            <a:spLocks noGrp="1"/>
          </p:cNvSpPr>
          <p:nvPr>
            <p:ph type="body" sz="quarter" idx="3"/>
          </p:nvPr>
        </p:nvSpPr>
        <p:spPr/>
        <p:txBody>
          <a:bodyPr/>
          <a:lstStyle/>
          <a:p>
            <a:endParaRPr lang="en-US"/>
          </a:p>
        </p:txBody>
      </p:sp>
      <p:sp>
        <p:nvSpPr>
          <p:cNvPr id="11" name="Content Placeholder 10">
            <a:extLst>
              <a:ext uri="{FF2B5EF4-FFF2-40B4-BE49-F238E27FC236}">
                <a16:creationId xmlns:a16="http://schemas.microsoft.com/office/drawing/2014/main" id="{1ED3CFE3-C754-7A88-BCDB-DC7D1F41F0B7}"/>
              </a:ext>
            </a:extLst>
          </p:cNvPr>
          <p:cNvSpPr>
            <a:spLocks noGrp="1"/>
          </p:cNvSpPr>
          <p:nvPr>
            <p:ph sz="quarter" idx="4"/>
          </p:nvPr>
        </p:nvSpPr>
        <p:spPr/>
        <p:txBody>
          <a:bodyPr/>
          <a:lstStyle/>
          <a:p>
            <a:endParaRPr lang="en-US"/>
          </a:p>
        </p:txBody>
      </p:sp>
    </p:spTree>
    <p:extLst>
      <p:ext uri="{BB962C8B-B14F-4D97-AF65-F5344CB8AC3E}">
        <p14:creationId xmlns:p14="http://schemas.microsoft.com/office/powerpoint/2010/main" val="33941223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515FA9-99CB-7346-458E-1665F76C646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D02663D-B450-06BB-6632-179554A0AE1A}"/>
              </a:ext>
            </a:extLst>
          </p:cNvPr>
          <p:cNvSpPr>
            <a:spLocks noGrp="1"/>
          </p:cNvSpPr>
          <p:nvPr>
            <p:ph type="title"/>
          </p:nvPr>
        </p:nvSpPr>
        <p:spPr>
          <a:xfrm>
            <a:off x="940707" y="985226"/>
            <a:ext cx="10515600" cy="1017406"/>
          </a:xfrm>
        </p:spPr>
        <p:txBody>
          <a:bodyPr/>
          <a:lstStyle/>
          <a:p>
            <a:pPr algn="ctr"/>
            <a:r>
              <a:rPr lang="en-US" dirty="0"/>
              <a:t>Study Repetition</a:t>
            </a:r>
          </a:p>
        </p:txBody>
      </p:sp>
      <p:pic>
        <p:nvPicPr>
          <p:cNvPr id="2" name="Picture 1">
            <a:extLst>
              <a:ext uri="{FF2B5EF4-FFF2-40B4-BE49-F238E27FC236}">
                <a16:creationId xmlns:a16="http://schemas.microsoft.com/office/drawing/2014/main" id="{D2B6F31E-AF7D-B4E6-2855-86B88F1B5F01}"/>
              </a:ext>
            </a:extLst>
          </p:cNvPr>
          <p:cNvPicPr>
            <a:picLocks noChangeAspect="1"/>
          </p:cNvPicPr>
          <p:nvPr/>
        </p:nvPicPr>
        <p:blipFill>
          <a:blip r:embed="rId2"/>
          <a:stretch>
            <a:fillRect/>
          </a:stretch>
        </p:blipFill>
        <p:spPr>
          <a:xfrm>
            <a:off x="2161263" y="199275"/>
            <a:ext cx="2762636" cy="438211"/>
          </a:xfrm>
          <a:prstGeom prst="rect">
            <a:avLst/>
          </a:prstGeom>
        </p:spPr>
      </p:pic>
      <p:pic>
        <p:nvPicPr>
          <p:cNvPr id="5" name="Picture 4">
            <a:extLst>
              <a:ext uri="{FF2B5EF4-FFF2-40B4-BE49-F238E27FC236}">
                <a16:creationId xmlns:a16="http://schemas.microsoft.com/office/drawing/2014/main" id="{147272CB-ED49-7748-38EB-31B8DF2A235F}"/>
              </a:ext>
            </a:extLst>
          </p:cNvPr>
          <p:cNvPicPr>
            <a:picLocks noChangeAspect="1"/>
          </p:cNvPicPr>
          <p:nvPr/>
        </p:nvPicPr>
        <p:blipFill>
          <a:blip r:embed="rId3"/>
          <a:srcRect t="6887"/>
          <a:stretch>
            <a:fillRect/>
          </a:stretch>
        </p:blipFill>
        <p:spPr>
          <a:xfrm>
            <a:off x="1879134" y="2002632"/>
            <a:ext cx="8263397" cy="4749291"/>
          </a:xfrm>
          <a:prstGeom prst="rect">
            <a:avLst/>
          </a:prstGeom>
        </p:spPr>
      </p:pic>
    </p:spTree>
    <p:extLst>
      <p:ext uri="{BB962C8B-B14F-4D97-AF65-F5344CB8AC3E}">
        <p14:creationId xmlns:p14="http://schemas.microsoft.com/office/powerpoint/2010/main" val="31638465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C9E2F54-3952-AD4B-891A-4C82EBCAD2C2}"/>
              </a:ext>
            </a:extLst>
          </p:cNvPr>
          <p:cNvSpPr>
            <a:spLocks noGrp="1"/>
          </p:cNvSpPr>
          <p:nvPr>
            <p:ph type="title"/>
          </p:nvPr>
        </p:nvSpPr>
        <p:spPr/>
        <p:txBody>
          <a:bodyPr/>
          <a:lstStyle/>
          <a:p>
            <a:r>
              <a:rPr lang="en-US" dirty="0"/>
              <a:t>Repetition by Gender</a:t>
            </a:r>
          </a:p>
        </p:txBody>
      </p:sp>
      <p:sp>
        <p:nvSpPr>
          <p:cNvPr id="8" name="Text Placeholder 7">
            <a:extLst>
              <a:ext uri="{FF2B5EF4-FFF2-40B4-BE49-F238E27FC236}">
                <a16:creationId xmlns:a16="http://schemas.microsoft.com/office/drawing/2014/main" id="{DCAA0899-A92C-404F-8C63-88305A835CCA}"/>
              </a:ext>
            </a:extLst>
          </p:cNvPr>
          <p:cNvSpPr>
            <a:spLocks noGrp="1"/>
          </p:cNvSpPr>
          <p:nvPr>
            <p:ph type="body" idx="1"/>
          </p:nvPr>
        </p:nvSpPr>
        <p:spPr/>
        <p:txBody>
          <a:bodyPr/>
          <a:lstStyle/>
          <a:p>
            <a:r>
              <a:rPr lang="en-US" dirty="0"/>
              <a:t>Bootstrap: Male Mean HEI</a:t>
            </a:r>
          </a:p>
        </p:txBody>
      </p:sp>
      <p:sp>
        <p:nvSpPr>
          <p:cNvPr id="10" name="Text Placeholder 9">
            <a:extLst>
              <a:ext uri="{FF2B5EF4-FFF2-40B4-BE49-F238E27FC236}">
                <a16:creationId xmlns:a16="http://schemas.microsoft.com/office/drawing/2014/main" id="{6ADB1A46-C149-A24C-BBF7-367EBADD868C}"/>
              </a:ext>
            </a:extLst>
          </p:cNvPr>
          <p:cNvSpPr>
            <a:spLocks noGrp="1"/>
          </p:cNvSpPr>
          <p:nvPr>
            <p:ph type="body" sz="quarter" idx="3"/>
          </p:nvPr>
        </p:nvSpPr>
        <p:spPr/>
        <p:txBody>
          <a:bodyPr/>
          <a:lstStyle/>
          <a:p>
            <a:r>
              <a:rPr lang="en-US" dirty="0"/>
              <a:t>Bootstrap: Female Mean HEI</a:t>
            </a:r>
          </a:p>
        </p:txBody>
      </p:sp>
      <p:pic>
        <p:nvPicPr>
          <p:cNvPr id="5" name="Content Placeholder 4">
            <a:extLst>
              <a:ext uri="{FF2B5EF4-FFF2-40B4-BE49-F238E27FC236}">
                <a16:creationId xmlns:a16="http://schemas.microsoft.com/office/drawing/2014/main" id="{5003CA22-9F8D-6563-0496-B40770EDF5C6}"/>
              </a:ext>
            </a:extLst>
          </p:cNvPr>
          <p:cNvPicPr>
            <a:picLocks noGrp="1" noChangeAspect="1"/>
          </p:cNvPicPr>
          <p:nvPr>
            <p:ph sz="quarter" idx="4"/>
          </p:nvPr>
        </p:nvPicPr>
        <p:blipFill>
          <a:blip r:embed="rId2"/>
          <a:srcRect t="7463"/>
          <a:stretch>
            <a:fillRect/>
          </a:stretch>
        </p:blipFill>
        <p:spPr>
          <a:xfrm>
            <a:off x="5997575" y="2746821"/>
            <a:ext cx="5623801" cy="3212210"/>
          </a:xfrm>
          <a:prstGeom prst="rect">
            <a:avLst/>
          </a:prstGeom>
        </p:spPr>
      </p:pic>
      <p:pic>
        <p:nvPicPr>
          <p:cNvPr id="14" name="Content Placeholder 13">
            <a:extLst>
              <a:ext uri="{FF2B5EF4-FFF2-40B4-BE49-F238E27FC236}">
                <a16:creationId xmlns:a16="http://schemas.microsoft.com/office/drawing/2014/main" id="{27D3CAD6-28BE-76C5-38C8-B8C6873D91DE}"/>
              </a:ext>
            </a:extLst>
          </p:cNvPr>
          <p:cNvPicPr>
            <a:picLocks noGrp="1" noChangeAspect="1"/>
          </p:cNvPicPr>
          <p:nvPr>
            <p:ph sz="half" idx="2"/>
          </p:nvPr>
        </p:nvPicPr>
        <p:blipFill>
          <a:blip r:embed="rId3"/>
          <a:srcRect t="6463"/>
          <a:stretch>
            <a:fillRect/>
          </a:stretch>
        </p:blipFill>
        <p:spPr>
          <a:xfrm>
            <a:off x="433898" y="2726972"/>
            <a:ext cx="5563677" cy="3212210"/>
          </a:xfrm>
          <a:prstGeom prst="rect">
            <a:avLst/>
          </a:prstGeom>
        </p:spPr>
      </p:pic>
    </p:spTree>
    <p:extLst>
      <p:ext uri="{BB962C8B-B14F-4D97-AF65-F5344CB8AC3E}">
        <p14:creationId xmlns:p14="http://schemas.microsoft.com/office/powerpoint/2010/main" val="34551192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7F4F6A1-6C56-1B04-785F-3B59EBF3B82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1A7D6C97-3BEB-5DE3-28F2-292B15054BE9}"/>
              </a:ext>
            </a:extLst>
          </p:cNvPr>
          <p:cNvSpPr>
            <a:spLocks noGrp="1"/>
          </p:cNvSpPr>
          <p:nvPr>
            <p:ph type="title"/>
          </p:nvPr>
        </p:nvSpPr>
        <p:spPr/>
        <p:txBody>
          <a:bodyPr/>
          <a:lstStyle/>
          <a:p>
            <a:r>
              <a:rPr lang="en-US" dirty="0"/>
              <a:t>Null Distributions, Gender and Education Variation</a:t>
            </a:r>
          </a:p>
        </p:txBody>
      </p:sp>
      <p:sp>
        <p:nvSpPr>
          <p:cNvPr id="8" name="Text Placeholder 7">
            <a:extLst>
              <a:ext uri="{FF2B5EF4-FFF2-40B4-BE49-F238E27FC236}">
                <a16:creationId xmlns:a16="http://schemas.microsoft.com/office/drawing/2014/main" id="{4A2A7C18-582A-A7FA-6988-BFFA2C76CCAD}"/>
              </a:ext>
            </a:extLst>
          </p:cNvPr>
          <p:cNvSpPr>
            <a:spLocks noGrp="1"/>
          </p:cNvSpPr>
          <p:nvPr>
            <p:ph type="body" idx="1"/>
          </p:nvPr>
        </p:nvSpPr>
        <p:spPr/>
        <p:txBody>
          <a:bodyPr/>
          <a:lstStyle/>
          <a:p>
            <a:r>
              <a:rPr lang="en-US" dirty="0"/>
              <a:t>Bootstrap: Male-Female</a:t>
            </a:r>
          </a:p>
        </p:txBody>
      </p:sp>
      <p:sp>
        <p:nvSpPr>
          <p:cNvPr id="10" name="Text Placeholder 9">
            <a:extLst>
              <a:ext uri="{FF2B5EF4-FFF2-40B4-BE49-F238E27FC236}">
                <a16:creationId xmlns:a16="http://schemas.microsoft.com/office/drawing/2014/main" id="{FAF1C9B0-C18E-F7D1-9F19-74761252868C}"/>
              </a:ext>
            </a:extLst>
          </p:cNvPr>
          <p:cNvSpPr>
            <a:spLocks noGrp="1"/>
          </p:cNvSpPr>
          <p:nvPr>
            <p:ph type="body" sz="quarter" idx="3"/>
          </p:nvPr>
        </p:nvSpPr>
        <p:spPr/>
        <p:txBody>
          <a:bodyPr/>
          <a:lstStyle/>
          <a:p>
            <a:r>
              <a:rPr lang="en-US" dirty="0"/>
              <a:t>Bootstrap: Bachelors- Highschool</a:t>
            </a:r>
          </a:p>
        </p:txBody>
      </p:sp>
      <p:pic>
        <p:nvPicPr>
          <p:cNvPr id="6" name="Content Placeholder 5">
            <a:extLst>
              <a:ext uri="{FF2B5EF4-FFF2-40B4-BE49-F238E27FC236}">
                <a16:creationId xmlns:a16="http://schemas.microsoft.com/office/drawing/2014/main" id="{94340981-2551-587E-AC7B-2660300B0796}"/>
              </a:ext>
            </a:extLst>
          </p:cNvPr>
          <p:cNvPicPr>
            <a:picLocks noGrp="1" noChangeAspect="1"/>
          </p:cNvPicPr>
          <p:nvPr>
            <p:ph sz="half" idx="2"/>
          </p:nvPr>
        </p:nvPicPr>
        <p:blipFill>
          <a:blip r:embed="rId2"/>
          <a:srcRect t="6990"/>
          <a:stretch>
            <a:fillRect/>
          </a:stretch>
        </p:blipFill>
        <p:spPr>
          <a:xfrm>
            <a:off x="436948" y="2746821"/>
            <a:ext cx="5560627" cy="3192361"/>
          </a:xfrm>
          <a:prstGeom prst="rect">
            <a:avLst/>
          </a:prstGeom>
        </p:spPr>
      </p:pic>
      <p:pic>
        <p:nvPicPr>
          <p:cNvPr id="13" name="Content Placeholder 12">
            <a:extLst>
              <a:ext uri="{FF2B5EF4-FFF2-40B4-BE49-F238E27FC236}">
                <a16:creationId xmlns:a16="http://schemas.microsoft.com/office/drawing/2014/main" id="{43ECB321-910C-375F-6242-AEEF76E41D73}"/>
              </a:ext>
            </a:extLst>
          </p:cNvPr>
          <p:cNvPicPr>
            <a:picLocks noGrp="1" noChangeAspect="1"/>
          </p:cNvPicPr>
          <p:nvPr>
            <p:ph sz="quarter" idx="4"/>
          </p:nvPr>
        </p:nvPicPr>
        <p:blipFill>
          <a:blip r:embed="rId3"/>
          <a:srcRect t="6939"/>
          <a:stretch>
            <a:fillRect/>
          </a:stretch>
        </p:blipFill>
        <p:spPr>
          <a:xfrm>
            <a:off x="6096000" y="2756745"/>
            <a:ext cx="5557555" cy="3192361"/>
          </a:xfrm>
          <a:prstGeom prst="rect">
            <a:avLst/>
          </a:prstGeom>
        </p:spPr>
      </p:pic>
    </p:spTree>
    <p:extLst>
      <p:ext uri="{BB962C8B-B14F-4D97-AF65-F5344CB8AC3E}">
        <p14:creationId xmlns:p14="http://schemas.microsoft.com/office/powerpoint/2010/main" val="2653705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E8A8C24-EFE3-4470-6FCD-A52258A0F8C0}"/>
              </a:ext>
            </a:extLst>
          </p:cNvPr>
          <p:cNvPicPr>
            <a:picLocks noChangeAspect="1"/>
          </p:cNvPicPr>
          <p:nvPr/>
        </p:nvPicPr>
        <p:blipFill>
          <a:blip r:embed="rId2"/>
          <a:stretch>
            <a:fillRect/>
          </a:stretch>
        </p:blipFill>
        <p:spPr>
          <a:xfrm>
            <a:off x="2161263" y="199275"/>
            <a:ext cx="2762636" cy="438211"/>
          </a:xfrm>
          <a:prstGeom prst="rect">
            <a:avLst/>
          </a:prstGeom>
        </p:spPr>
      </p:pic>
    </p:spTree>
    <p:extLst>
      <p:ext uri="{BB962C8B-B14F-4D97-AF65-F5344CB8AC3E}">
        <p14:creationId xmlns:p14="http://schemas.microsoft.com/office/powerpoint/2010/main" val="34447525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C9863AC-B6C0-034F-B0D5-025EEAB2CE18}"/>
              </a:ext>
            </a:extLst>
          </p:cNvPr>
          <p:cNvSpPr>
            <a:spLocks noGrp="1"/>
          </p:cNvSpPr>
          <p:nvPr>
            <p:ph type="title"/>
          </p:nvPr>
        </p:nvSpPr>
        <p:spPr/>
        <p:txBody>
          <a:bodyPr/>
          <a:lstStyle/>
          <a:p>
            <a:endParaRPr lang="en-US"/>
          </a:p>
        </p:txBody>
      </p:sp>
      <p:sp>
        <p:nvSpPr>
          <p:cNvPr id="6" name="Picture Placeholder 5">
            <a:extLst>
              <a:ext uri="{FF2B5EF4-FFF2-40B4-BE49-F238E27FC236}">
                <a16:creationId xmlns:a16="http://schemas.microsoft.com/office/drawing/2014/main" id="{3B326BA1-1428-CA47-BA5C-F152F39855D3}"/>
              </a:ext>
            </a:extLst>
          </p:cNvPr>
          <p:cNvSpPr>
            <a:spLocks noGrp="1"/>
          </p:cNvSpPr>
          <p:nvPr>
            <p:ph type="pic" idx="1"/>
          </p:nvPr>
        </p:nvSpPr>
        <p:spPr/>
        <p:txBody>
          <a:bodyPr/>
          <a:lstStyle/>
          <a:p>
            <a:endParaRPr lang="en-US"/>
          </a:p>
        </p:txBody>
      </p:sp>
      <p:sp>
        <p:nvSpPr>
          <p:cNvPr id="7" name="Text Placeholder 6">
            <a:extLst>
              <a:ext uri="{FF2B5EF4-FFF2-40B4-BE49-F238E27FC236}">
                <a16:creationId xmlns:a16="http://schemas.microsoft.com/office/drawing/2014/main" id="{53A436EB-4713-BB4D-A645-A16AF11945DE}"/>
              </a:ext>
            </a:extLst>
          </p:cNvPr>
          <p:cNvSpPr>
            <a:spLocks noGrp="1"/>
          </p:cNvSpPr>
          <p:nvPr>
            <p:ph type="body" sz="half" idx="2"/>
          </p:nvPr>
        </p:nvSpPr>
        <p:spPr/>
        <p:txBody>
          <a:bodyPr/>
          <a:lstStyle/>
          <a:p>
            <a:endParaRPr lang="en-US"/>
          </a:p>
        </p:txBody>
      </p:sp>
      <p:pic>
        <p:nvPicPr>
          <p:cNvPr id="2" name="Picture 1">
            <a:extLst>
              <a:ext uri="{FF2B5EF4-FFF2-40B4-BE49-F238E27FC236}">
                <a16:creationId xmlns:a16="http://schemas.microsoft.com/office/drawing/2014/main" id="{1C96B520-6F0C-BBB4-700F-14FDDF5DE5C1}"/>
              </a:ext>
            </a:extLst>
          </p:cNvPr>
          <p:cNvPicPr>
            <a:picLocks noChangeAspect="1"/>
          </p:cNvPicPr>
          <p:nvPr/>
        </p:nvPicPr>
        <p:blipFill>
          <a:blip r:embed="rId2"/>
          <a:stretch>
            <a:fillRect/>
          </a:stretch>
        </p:blipFill>
        <p:spPr>
          <a:xfrm>
            <a:off x="2161263" y="199275"/>
            <a:ext cx="2762636" cy="438211"/>
          </a:xfrm>
          <a:prstGeom prst="rect">
            <a:avLst/>
          </a:prstGeom>
        </p:spPr>
      </p:pic>
    </p:spTree>
    <p:extLst>
      <p:ext uri="{BB962C8B-B14F-4D97-AF65-F5344CB8AC3E}">
        <p14:creationId xmlns:p14="http://schemas.microsoft.com/office/powerpoint/2010/main" val="10924776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B0503C8-B8D6-D342-A72C-30962723F9A1}"/>
              </a:ext>
            </a:extLst>
          </p:cNvPr>
          <p:cNvSpPr>
            <a:spLocks noGrp="1"/>
          </p:cNvSpPr>
          <p:nvPr>
            <p:ph type="title"/>
          </p:nvPr>
        </p:nvSpPr>
        <p:spPr/>
        <p:txBody>
          <a:bodyPr/>
          <a:lstStyle/>
          <a:p>
            <a:r>
              <a:rPr lang="en-US" dirty="0"/>
              <a:t>Purchase Frequency</a:t>
            </a:r>
          </a:p>
        </p:txBody>
      </p:sp>
      <p:pic>
        <p:nvPicPr>
          <p:cNvPr id="8" name="Picture 7">
            <a:extLst>
              <a:ext uri="{FF2B5EF4-FFF2-40B4-BE49-F238E27FC236}">
                <a16:creationId xmlns:a16="http://schemas.microsoft.com/office/drawing/2014/main" id="{52EDD52C-B2E8-E3DE-EE52-7CBCB33ADAAA}"/>
              </a:ext>
            </a:extLst>
          </p:cNvPr>
          <p:cNvPicPr>
            <a:picLocks noChangeAspect="1"/>
          </p:cNvPicPr>
          <p:nvPr/>
        </p:nvPicPr>
        <p:blipFill>
          <a:blip r:embed="rId2"/>
          <a:srcRect l="28218" b="5433"/>
          <a:stretch>
            <a:fillRect/>
          </a:stretch>
        </p:blipFill>
        <p:spPr>
          <a:xfrm>
            <a:off x="119742" y="1566329"/>
            <a:ext cx="6556962" cy="5331923"/>
          </a:xfrm>
          <a:prstGeom prst="rect">
            <a:avLst/>
          </a:prstGeom>
        </p:spPr>
      </p:pic>
      <p:pic>
        <p:nvPicPr>
          <p:cNvPr id="13" name="Picture 12">
            <a:extLst>
              <a:ext uri="{FF2B5EF4-FFF2-40B4-BE49-F238E27FC236}">
                <a16:creationId xmlns:a16="http://schemas.microsoft.com/office/drawing/2014/main" id="{EE8B76EE-8547-155D-3B95-649D2AC691EB}"/>
              </a:ext>
            </a:extLst>
          </p:cNvPr>
          <p:cNvPicPr>
            <a:picLocks noChangeAspect="1"/>
          </p:cNvPicPr>
          <p:nvPr/>
        </p:nvPicPr>
        <p:blipFill>
          <a:blip r:embed="rId3"/>
          <a:srcRect l="33169" r="22686"/>
          <a:stretch>
            <a:fillRect/>
          </a:stretch>
        </p:blipFill>
        <p:spPr>
          <a:xfrm>
            <a:off x="4459779" y="1566330"/>
            <a:ext cx="3450770" cy="4623207"/>
          </a:xfrm>
          <a:prstGeom prst="rect">
            <a:avLst/>
          </a:prstGeom>
        </p:spPr>
      </p:pic>
      <p:pic>
        <p:nvPicPr>
          <p:cNvPr id="16" name="Picture 15">
            <a:extLst>
              <a:ext uri="{FF2B5EF4-FFF2-40B4-BE49-F238E27FC236}">
                <a16:creationId xmlns:a16="http://schemas.microsoft.com/office/drawing/2014/main" id="{8A73BBF9-530F-1E8D-DF6C-5E7BEC7B50EE}"/>
              </a:ext>
            </a:extLst>
          </p:cNvPr>
          <p:cNvPicPr>
            <a:picLocks noChangeAspect="1"/>
          </p:cNvPicPr>
          <p:nvPr/>
        </p:nvPicPr>
        <p:blipFill>
          <a:blip r:embed="rId4"/>
          <a:srcRect l="21303" r="19401"/>
          <a:stretch>
            <a:fillRect/>
          </a:stretch>
        </p:blipFill>
        <p:spPr>
          <a:xfrm>
            <a:off x="7910549" y="1566331"/>
            <a:ext cx="3974963" cy="4137784"/>
          </a:xfrm>
          <a:prstGeom prst="rect">
            <a:avLst/>
          </a:prstGeom>
        </p:spPr>
      </p:pic>
    </p:spTree>
    <p:extLst>
      <p:ext uri="{BB962C8B-B14F-4D97-AF65-F5344CB8AC3E}">
        <p14:creationId xmlns:p14="http://schemas.microsoft.com/office/powerpoint/2010/main" val="6409457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29404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MSU Wordmark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d92d4f40-b75b-4726-8c43-08775ca2dfa8" xsi:nil="true"/>
    <lcf76f155ced4ddcb4097134ff3c332f xmlns="57f334c6-6955-4b94-9eb7-c538cc39d8ec">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ECD95289ABE0A4383B69F0BECEEC582" ma:contentTypeVersion="21" ma:contentTypeDescription="Create a new document." ma:contentTypeScope="" ma:versionID="a1ddede1db40ec6b33e138962ca9bfb3">
  <xsd:schema xmlns:xsd="http://www.w3.org/2001/XMLSchema" xmlns:xs="http://www.w3.org/2001/XMLSchema" xmlns:p="http://schemas.microsoft.com/office/2006/metadata/properties" xmlns:ns2="57f334c6-6955-4b94-9eb7-c538cc39d8ec" xmlns:ns3="3039dfd1-6254-42f9-ae24-be2f27f38414" xmlns:ns4="d92d4f40-b75b-4726-8c43-08775ca2dfa8" targetNamespace="http://schemas.microsoft.com/office/2006/metadata/properties" ma:root="true" ma:fieldsID="019f903668f7d97b763e381156aa3d60" ns2:_="" ns3:_="" ns4:_="">
    <xsd:import namespace="57f334c6-6955-4b94-9eb7-c538cc39d8ec"/>
    <xsd:import namespace="3039dfd1-6254-42f9-ae24-be2f27f38414"/>
    <xsd:import namespace="d92d4f40-b75b-4726-8c43-08775ca2dfa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element ref="ns2:MediaLengthInSeconds" minOccurs="0"/>
                <xsd:element ref="ns2:MediaServiceObjectDetectorVersions" minOccurs="0"/>
                <xsd:element ref="ns2:MediaServiceSearchProperties"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7f334c6-6955-4b94-9eb7-c538cc39d8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0ad816ea-8460-453a-b1af-cd753e23c00d"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3039dfd1-6254-42f9-ae24-be2f27f3841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92d4f40-b75b-4726-8c43-08775ca2dfa8" elementFormDefault="qualified">
    <xsd:import namespace="http://schemas.microsoft.com/office/2006/documentManagement/types"/>
    <xsd:import namespace="http://schemas.microsoft.com/office/infopath/2007/PartnerControls"/>
    <xsd:element name="TaxCatchAll" ma:index="24" nillable="true" ma:displayName="Taxonomy Catch All Column" ma:hidden="true" ma:list="{31e48ccb-c5e3-4fb6-8723-abfba1da35c3}" ma:internalName="TaxCatchAll" ma:showField="CatchAllData" ma:web="d92d4f40-b75b-4726-8c43-08775ca2dfa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AFF7232-A9F0-4CBA-BED1-57820B38FB1B}">
  <ds:schemaRefs>
    <ds:schemaRef ds:uri="http://schemas.microsoft.com/sharepoint/v3/contenttype/forms"/>
  </ds:schemaRefs>
</ds:datastoreItem>
</file>

<file path=customXml/itemProps2.xml><?xml version="1.0" encoding="utf-8"?>
<ds:datastoreItem xmlns:ds="http://schemas.openxmlformats.org/officeDocument/2006/customXml" ds:itemID="{21D969C1-BE5C-4899-B054-288CDCBA1FBC}">
  <ds:schemaRefs>
    <ds:schemaRef ds:uri="http://purl.org/dc/elements/1.1/"/>
    <ds:schemaRef ds:uri="d92d4f40-b75b-4726-8c43-08775ca2dfa8"/>
    <ds:schemaRef ds:uri="http://schemas.microsoft.com/office/2006/metadata/properties"/>
    <ds:schemaRef ds:uri="http://www.w3.org/XML/1998/namespace"/>
    <ds:schemaRef ds:uri="http://purl.org/dc/dcmitype/"/>
    <ds:schemaRef ds:uri="57f334c6-6955-4b94-9eb7-c538cc39d8ec"/>
    <ds:schemaRef ds:uri="http://schemas.microsoft.com/office/2006/documentManagement/types"/>
    <ds:schemaRef ds:uri="http://schemas.openxmlformats.org/package/2006/metadata/core-properties"/>
    <ds:schemaRef ds:uri="http://purl.org/dc/terms/"/>
    <ds:schemaRef ds:uri="http://schemas.microsoft.com/office/infopath/2007/PartnerControls"/>
    <ds:schemaRef ds:uri="3039dfd1-6254-42f9-ae24-be2f27f38414"/>
  </ds:schemaRefs>
</ds:datastoreItem>
</file>

<file path=customXml/itemProps3.xml><?xml version="1.0" encoding="utf-8"?>
<ds:datastoreItem xmlns:ds="http://schemas.openxmlformats.org/officeDocument/2006/customXml" ds:itemID="{8D58CB47-A990-45FF-8527-D7C61B6096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7f334c6-6955-4b94-9eb7-c538cc39d8ec"/>
    <ds:schemaRef ds:uri="3039dfd1-6254-42f9-ae24-be2f27f38414"/>
    <ds:schemaRef ds:uri="d92d4f40-b75b-4726-8c43-08775ca2dfa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8921</TotalTime>
  <Words>239</Words>
  <Application>Microsoft Office PowerPoint</Application>
  <PresentationFormat>Widescreen</PresentationFormat>
  <Paragraphs>54</Paragraphs>
  <Slides>21</Slides>
  <Notes>0</Notes>
  <HiddenSlides>3</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21</vt:i4>
      </vt:variant>
    </vt:vector>
  </HeadingPairs>
  <TitlesOfParts>
    <vt:vector size="31" baseType="lpstr">
      <vt:lpstr>ＭＳ Ｐゴシック</vt:lpstr>
      <vt:lpstr>Arial</vt:lpstr>
      <vt:lpstr>Arial Narrow</vt:lpstr>
      <vt:lpstr>Calibri</vt:lpstr>
      <vt:lpstr>Calibri Light</vt:lpstr>
      <vt:lpstr>Gotham Book</vt:lpstr>
      <vt:lpstr>Times New Roman</vt:lpstr>
      <vt:lpstr>Office Theme</vt:lpstr>
      <vt:lpstr>Custom Design</vt:lpstr>
      <vt:lpstr>1_MSU Wordmark design</vt:lpstr>
      <vt:lpstr>STT 461: Final Report  Minne“soda”- An analysis of Convenience Store Data  and Subgroup Trends on Health</vt:lpstr>
      <vt:lpstr>PowerPoint Presentation</vt:lpstr>
      <vt:lpstr>WHY Minnesota?</vt:lpstr>
      <vt:lpstr>HEI Background Information</vt:lpstr>
      <vt:lpstr>PowerPoint Presentation</vt:lpstr>
      <vt:lpstr>Diet Quality</vt:lpstr>
      <vt:lpstr>Findings &amp; Conclusions</vt:lpstr>
      <vt:lpstr>PowerPoint Presentation</vt:lpstr>
      <vt:lpstr>Gender &amp; Education: Diet Quality Score</vt:lpstr>
      <vt:lpstr>Gender &amp; Education: Diet Quality Score</vt:lpstr>
      <vt:lpstr>PowerPoint Presentation</vt:lpstr>
      <vt:lpstr>Does the Minnesota Staple Food Ordinance Improve Diet Quality Over Time?</vt:lpstr>
      <vt:lpstr>PowerPoint Presentation</vt:lpstr>
      <vt:lpstr>Input all sources here later.</vt:lpstr>
      <vt:lpstr>Study Repetition</vt:lpstr>
      <vt:lpstr>Repetition by Gender</vt:lpstr>
      <vt:lpstr>Null Distributions, Gender and Education Variation</vt:lpstr>
      <vt:lpstr>PowerPoint Presentation</vt:lpstr>
      <vt:lpstr>PowerPoint Presentation</vt:lpstr>
      <vt:lpstr>Purchase Frequency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Green, Laryssa</dc:creator>
  <cp:lastModifiedBy>Manousidaki, Andriana</cp:lastModifiedBy>
  <cp:revision>11</cp:revision>
  <cp:lastPrinted>2026-04-21T18:35:42Z</cp:lastPrinted>
  <dcterms:created xsi:type="dcterms:W3CDTF">2021-06-10T14:27:02Z</dcterms:created>
  <dcterms:modified xsi:type="dcterms:W3CDTF">2026-04-21T19:51:43Z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0x0101006ECD95289ABE0A4383B69F0BECEEC582</vt:lpwstr>
  </property>
  <property fmtid="{D5CDD505-2E9C-101B-9397-08002B2CF9AE}" pid="3" name="MediaServiceImageTags">
    <vt:lpwstr/>
  </property>
</Properties>
</file>